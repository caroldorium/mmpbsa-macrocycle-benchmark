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8242" r:id="rId5"/>
    <p:sldId id="8243" r:id="rId12"/>
    <p:sldId id="8244" r:id="rId11"/>
    <p:sldId id="8245" r:id="rId10"/>
    <p:sldId id="8246" r:id="rId9"/>
    <p:sldId id="8247" r:id="rId8"/>
    <p:sldId id="8248" r:id="rId7"/>
    <p:sldId id="824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4253BD1-850B-8C8B-0036-84C84FE9C711}" name="Krista Montgomery" initials="KM" userId="S::krista.montgomery@utoronto.ca::631471a3-54b9-4c5e-a639-0d8113d93f9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BAB"/>
    <a:srgbClr val="FF9393"/>
    <a:srgbClr val="002A5C"/>
    <a:srgbClr val="FFFFFF"/>
    <a:srgbClr val="008BB0"/>
    <a:srgbClr val="7BA4D9"/>
    <a:srgbClr val="FFD44F"/>
    <a:srgbClr val="E1D4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0F80C8-282F-4C8F-A768-D740DEC38066}" v="15" dt="2026-06-12T16:59:15.890"/>
  </p1510:revLst>
</p1510:revInfo>
</file>

<file path=ppt/tableStyles.xml><?xml version="1.0" encoding="utf-8"?>
<a:tblStyleLst xmlns:a="http://schemas.openxmlformats.org/drawingml/2006/main" def="{46F890A9-2807-4EBB-B81D-B2AA78EC7F3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06" autoAdjust="0"/>
    <p:restoredTop sz="87458" autoAdjust="0"/>
  </p:normalViewPr>
  <p:slideViewPr>
    <p:cSldViewPr snapToGrid="0">
      <p:cViewPr varScale="1">
        <p:scale>
          <a:sx n="114" d="100"/>
          <a:sy n="114" d="100"/>
        </p:scale>
        <p:origin x="919" y="65"/>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 Id="rId2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Brown" userId="dcce3c8a-f00b-4de5-aec9-67a3ef8d70bd" providerId="ADAL" clId="{FCF4514C-F1F6-49FC-814F-B0048FF0D2BC}"/>
    <pc:docChg chg="undo custSel addSld delSld modSld sldOrd modMainMaster">
      <pc:chgData name="Joseph Brown" userId="dcce3c8a-f00b-4de5-aec9-67a3ef8d70bd" providerId="ADAL" clId="{FCF4514C-F1F6-49FC-814F-B0048FF0D2BC}" dt="2026-06-12T17:00:31.901" v="3216" actId="20577"/>
      <pc:docMkLst>
        <pc:docMk/>
      </pc:docMkLst>
      <pc:sldChg chg="modSp del mod">
        <pc:chgData name="Joseph Brown" userId="dcce3c8a-f00b-4de5-aec9-67a3ef8d70bd" providerId="ADAL" clId="{FCF4514C-F1F6-49FC-814F-B0048FF0D2BC}" dt="2026-06-12T16:49:51.724" v="2454" actId="47"/>
        <pc:sldMkLst>
          <pc:docMk/>
          <pc:sldMk cId="2323605130" sldId="8237"/>
        </pc:sldMkLst>
        <pc:spChg chg="mod">
          <ac:chgData name="Joseph Brown" userId="dcce3c8a-f00b-4de5-aec9-67a3ef8d70bd" providerId="ADAL" clId="{FCF4514C-F1F6-49FC-814F-B0048FF0D2BC}" dt="2026-06-12T16:48:23.105" v="2423" actId="1076"/>
          <ac:spMkLst>
            <pc:docMk/>
            <pc:sldMk cId="2323605130" sldId="8237"/>
            <ac:spMk id="3" creationId="{DBED0D6F-165B-FB71-A0CD-16CCAF28458D}"/>
          </ac:spMkLst>
        </pc:spChg>
      </pc:sldChg>
      <pc:sldChg chg="addSp delSp modSp add mod">
        <pc:chgData name="Joseph Brown" userId="dcce3c8a-f00b-4de5-aec9-67a3ef8d70bd" providerId="ADAL" clId="{FCF4514C-F1F6-49FC-814F-B0048FF0D2BC}" dt="2026-06-12T16:41:29.046" v="2072" actId="21"/>
        <pc:sldMkLst>
          <pc:docMk/>
          <pc:sldMk cId="1254542930" sldId="8242"/>
        </pc:sldMkLst>
        <pc:spChg chg="add del mod">
          <ac:chgData name="Joseph Brown" userId="dcce3c8a-f00b-4de5-aec9-67a3ef8d70bd" providerId="ADAL" clId="{FCF4514C-F1F6-49FC-814F-B0048FF0D2BC}" dt="2026-06-12T16:41:29.046" v="2072" actId="21"/>
          <ac:spMkLst>
            <pc:docMk/>
            <pc:sldMk cId="1254542930" sldId="8242"/>
            <ac:spMk id="2" creationId="{C8D1AF8F-C390-B4B7-D5BA-BFEC94CACBAB}"/>
          </ac:spMkLst>
        </pc:spChg>
        <pc:spChg chg="mod">
          <ac:chgData name="Joseph Brown" userId="dcce3c8a-f00b-4de5-aec9-67a3ef8d70bd" providerId="ADAL" clId="{FCF4514C-F1F6-49FC-814F-B0048FF0D2BC}" dt="2026-06-12T16:40:09.956" v="1989" actId="20577"/>
          <ac:spMkLst>
            <pc:docMk/>
            <pc:sldMk cId="1254542930" sldId="8242"/>
            <ac:spMk id="4" creationId="{AD0D7930-0B33-CE14-FA49-29FCC9018A3F}"/>
          </ac:spMkLst>
        </pc:spChg>
        <pc:spChg chg="mod">
          <ac:chgData name="Joseph Brown" userId="dcce3c8a-f00b-4de5-aec9-67a3ef8d70bd" providerId="ADAL" clId="{FCF4514C-F1F6-49FC-814F-B0048FF0D2BC}" dt="2026-06-12T16:41:14.894" v="2061" actId="6549"/>
          <ac:spMkLst>
            <pc:docMk/>
            <pc:sldMk cId="1254542930" sldId="8242"/>
            <ac:spMk id="5" creationId="{D7C1E02F-FCC1-78A4-00A6-8BD0D4243D94}"/>
          </ac:spMkLst>
        </pc:spChg>
        <pc:picChg chg="mod">
          <ac:chgData name="Joseph Brown" userId="dcce3c8a-f00b-4de5-aec9-67a3ef8d70bd" providerId="ADAL" clId="{FCF4514C-F1F6-49FC-814F-B0048FF0D2BC}" dt="2026-05-21T15:33:23.941" v="514" actId="1035"/>
          <ac:picMkLst>
            <pc:docMk/>
            <pc:sldMk cId="1254542930" sldId="8242"/>
            <ac:picMk id="6" creationId="{892E5E24-7D31-AC0F-C006-BA1BF705B806}"/>
          </ac:picMkLst>
        </pc:picChg>
      </pc:sldChg>
      <pc:sldChg chg="modSp add mod modClrScheme chgLayout">
        <pc:chgData name="Joseph Brown" userId="dcce3c8a-f00b-4de5-aec9-67a3ef8d70bd" providerId="ADAL" clId="{FCF4514C-F1F6-49FC-814F-B0048FF0D2BC}" dt="2026-06-12T16:53:34.689" v="2670" actId="700"/>
        <pc:sldMkLst>
          <pc:docMk/>
          <pc:sldMk cId="704537458" sldId="8245"/>
        </pc:sldMkLst>
        <pc:spChg chg="mod ord">
          <ac:chgData name="Joseph Brown" userId="dcce3c8a-f00b-4de5-aec9-67a3ef8d70bd" providerId="ADAL" clId="{FCF4514C-F1F6-49FC-814F-B0048FF0D2BC}" dt="2026-06-12T16:53:34.689" v="2670" actId="700"/>
          <ac:spMkLst>
            <pc:docMk/>
            <pc:sldMk cId="704537458" sldId="8245"/>
            <ac:spMk id="2" creationId="{4C9A0E34-A4C9-71BE-42DB-538CD890FE55}"/>
          </ac:spMkLst>
        </pc:spChg>
        <pc:spChg chg="mod ord">
          <ac:chgData name="Joseph Brown" userId="dcce3c8a-f00b-4de5-aec9-67a3ef8d70bd" providerId="ADAL" clId="{FCF4514C-F1F6-49FC-814F-B0048FF0D2BC}" dt="2026-06-12T16:53:34.689" v="2670" actId="700"/>
          <ac:spMkLst>
            <pc:docMk/>
            <pc:sldMk cId="704537458" sldId="8245"/>
            <ac:spMk id="3" creationId="{21ADF945-0BE4-ABCD-0AD0-99F2822B9CAA}"/>
          </ac:spMkLst>
        </pc:spChg>
      </pc:sldChg>
      <pc:sldChg chg="modSp add mod ord">
        <pc:chgData name="Joseph Brown" userId="dcce3c8a-f00b-4de5-aec9-67a3ef8d70bd" providerId="ADAL" clId="{FCF4514C-F1F6-49FC-814F-B0048FF0D2BC}" dt="2026-06-12T16:53:10.714" v="2664" actId="20577"/>
        <pc:sldMkLst>
          <pc:docMk/>
          <pc:sldMk cId="1840552733" sldId="8246"/>
        </pc:sldMkLst>
        <pc:spChg chg="mod">
          <ac:chgData name="Joseph Brown" userId="dcce3c8a-f00b-4de5-aec9-67a3ef8d70bd" providerId="ADAL" clId="{FCF4514C-F1F6-49FC-814F-B0048FF0D2BC}" dt="2026-06-12T16:51:49.556" v="2553" actId="404"/>
          <ac:spMkLst>
            <pc:docMk/>
            <pc:sldMk cId="1840552733" sldId="8246"/>
            <ac:spMk id="2" creationId="{54FCA1FE-CE76-8A77-5020-8E497572E349}"/>
          </ac:spMkLst>
        </pc:spChg>
        <pc:spChg chg="mod">
          <ac:chgData name="Joseph Brown" userId="dcce3c8a-f00b-4de5-aec9-67a3ef8d70bd" providerId="ADAL" clId="{FCF4514C-F1F6-49FC-814F-B0048FF0D2BC}" dt="2026-06-12T16:53:10.714" v="2664" actId="20577"/>
          <ac:spMkLst>
            <pc:docMk/>
            <pc:sldMk cId="1840552733" sldId="8246"/>
            <ac:spMk id="3" creationId="{DDABDE31-44EC-2F20-002A-88B44134A3E4}"/>
          </ac:spMkLst>
        </pc:spChg>
      </pc:sldChg>
      <pc:sldChg chg="modSp add del mod">
        <pc:chgData name="Joseph Brown" userId="dcce3c8a-f00b-4de5-aec9-67a3ef8d70bd" providerId="ADAL" clId="{FCF4514C-F1F6-49FC-814F-B0048FF0D2BC}" dt="2026-06-12T16:50:16.460" v="2457" actId="47"/>
        <pc:sldMkLst>
          <pc:docMk/>
          <pc:sldMk cId="2342930709" sldId="8247"/>
        </pc:sldMkLst>
      </pc:sldChg>
      <pc:sldChg chg="addSp modSp add mod">
        <pc:chgData name="Joseph Brown" userId="dcce3c8a-f00b-4de5-aec9-67a3ef8d70bd" providerId="ADAL" clId="{FCF4514C-F1F6-49FC-814F-B0048FF0D2BC}" dt="2026-06-12T16:41:38.212" v="2079" actId="403"/>
        <pc:sldMkLst>
          <pc:docMk/>
          <pc:sldMk cId="36076223" sldId="8248"/>
        </pc:sldMkLst>
        <pc:spChg chg="add mod">
          <ac:chgData name="Joseph Brown" userId="dcce3c8a-f00b-4de5-aec9-67a3ef8d70bd" providerId="ADAL" clId="{FCF4514C-F1F6-49FC-814F-B0048FF0D2BC}" dt="2026-06-12T16:41:38.212" v="2079" actId="403"/>
          <ac:spMkLst>
            <pc:docMk/>
            <pc:sldMk cId="36076223" sldId="8248"/>
            <ac:spMk id="3" creationId="{A86A744D-4C64-DCFD-C031-4E9272EE55CE}"/>
          </ac:spMkLst>
        </pc:spChg>
      </pc:sldChg>
      <pc:sldChg chg="add del">
        <pc:chgData name="Joseph Brown" userId="dcce3c8a-f00b-4de5-aec9-67a3ef8d70bd" providerId="ADAL" clId="{FCF4514C-F1F6-49FC-814F-B0048FF0D2BC}" dt="2026-06-12T16:40:00.012" v="1982" actId="2890"/>
        <pc:sldMkLst>
          <pc:docMk/>
          <pc:sldMk cId="3439197256" sldId="8248"/>
        </pc:sldMkLst>
      </pc:sldChg>
      <pc:sldChg chg="modSp add mod">
        <pc:chgData name="Joseph Brown" userId="dcce3c8a-f00b-4de5-aec9-67a3ef8d70bd" providerId="ADAL" clId="{FCF4514C-F1F6-49FC-814F-B0048FF0D2BC}" dt="2026-06-12T16:47:28.781" v="2382"/>
        <pc:sldMkLst>
          <pc:docMk/>
          <pc:sldMk cId="2808742761" sldId="8249"/>
        </pc:sldMkLst>
        <pc:spChg chg="mod">
          <ac:chgData name="Joseph Brown" userId="dcce3c8a-f00b-4de5-aec9-67a3ef8d70bd" providerId="ADAL" clId="{FCF4514C-F1F6-49FC-814F-B0048FF0D2BC}" dt="2026-06-12T16:41:41.734" v="2082" actId="20577"/>
          <ac:spMkLst>
            <pc:docMk/>
            <pc:sldMk cId="2808742761" sldId="8249"/>
            <ac:spMk id="3" creationId="{BCBC5879-0F83-DA9B-0F25-D613E38949F5}"/>
          </ac:spMkLst>
        </pc:spChg>
        <pc:spChg chg="mod">
          <ac:chgData name="Joseph Brown" userId="dcce3c8a-f00b-4de5-aec9-67a3ef8d70bd" providerId="ADAL" clId="{FCF4514C-F1F6-49FC-814F-B0048FF0D2BC}" dt="2026-06-12T16:47:28.781" v="2382"/>
          <ac:spMkLst>
            <pc:docMk/>
            <pc:sldMk cId="2808742761" sldId="8249"/>
            <ac:spMk id="4" creationId="{44EF444A-91B1-5F77-039A-4FB8788F9235}"/>
          </ac:spMkLst>
        </pc:spChg>
        <pc:spChg chg="mod">
          <ac:chgData name="Joseph Brown" userId="dcce3c8a-f00b-4de5-aec9-67a3ef8d70bd" providerId="ADAL" clId="{FCF4514C-F1F6-49FC-814F-B0048FF0D2BC}" dt="2026-06-12T16:47:03.244" v="2381" actId="20577"/>
          <ac:spMkLst>
            <pc:docMk/>
            <pc:sldMk cId="2808742761" sldId="8249"/>
            <ac:spMk id="5" creationId="{E1EEAF4F-1BFE-8C5E-B9B4-BFC8D1A9BA99}"/>
          </ac:spMkLst>
        </pc:spChg>
      </pc:sldChg>
      <pc:sldChg chg="modSp add mod ord modClrScheme chgLayout">
        <pc:chgData name="Joseph Brown" userId="dcce3c8a-f00b-4de5-aec9-67a3ef8d70bd" providerId="ADAL" clId="{FCF4514C-F1F6-49FC-814F-B0048FF0D2BC}" dt="2026-06-12T16:53:31.923" v="2669" actId="700"/>
        <pc:sldMkLst>
          <pc:docMk/>
          <pc:sldMk cId="240819424" sldId="8250"/>
        </pc:sldMkLst>
        <pc:spChg chg="mod ord">
          <ac:chgData name="Joseph Brown" userId="dcce3c8a-f00b-4de5-aec9-67a3ef8d70bd" providerId="ADAL" clId="{FCF4514C-F1F6-49FC-814F-B0048FF0D2BC}" dt="2026-06-12T16:53:31.923" v="2669" actId="700"/>
          <ac:spMkLst>
            <pc:docMk/>
            <pc:sldMk cId="240819424" sldId="8250"/>
            <ac:spMk id="2" creationId="{8B3F4589-F9AC-115F-AF87-77C29CECF2D9}"/>
          </ac:spMkLst>
        </pc:spChg>
        <pc:spChg chg="mod ord">
          <ac:chgData name="Joseph Brown" userId="dcce3c8a-f00b-4de5-aec9-67a3ef8d70bd" providerId="ADAL" clId="{FCF4514C-F1F6-49FC-814F-B0048FF0D2BC}" dt="2026-06-12T16:53:31.923" v="2669" actId="700"/>
          <ac:spMkLst>
            <pc:docMk/>
            <pc:sldMk cId="240819424" sldId="8250"/>
            <ac:spMk id="3" creationId="{C05A6E1B-DC51-1AD0-0C31-218D45797514}"/>
          </ac:spMkLst>
        </pc:spChg>
      </pc:sldChg>
      <pc:sldChg chg="modSp add mod modClrScheme chgLayout">
        <pc:chgData name="Joseph Brown" userId="dcce3c8a-f00b-4de5-aec9-67a3ef8d70bd" providerId="ADAL" clId="{FCF4514C-F1F6-49FC-814F-B0048FF0D2BC}" dt="2026-06-12T16:53:37.319" v="2671" actId="700"/>
        <pc:sldMkLst>
          <pc:docMk/>
          <pc:sldMk cId="1131950381" sldId="8251"/>
        </pc:sldMkLst>
        <pc:spChg chg="mod ord">
          <ac:chgData name="Joseph Brown" userId="dcce3c8a-f00b-4de5-aec9-67a3ef8d70bd" providerId="ADAL" clId="{FCF4514C-F1F6-49FC-814F-B0048FF0D2BC}" dt="2026-06-12T16:53:37.319" v="2671" actId="700"/>
          <ac:spMkLst>
            <pc:docMk/>
            <pc:sldMk cId="1131950381" sldId="8251"/>
            <ac:spMk id="2" creationId="{41A682CD-6336-B83D-D96E-330D0D8F0C3B}"/>
          </ac:spMkLst>
        </pc:spChg>
        <pc:spChg chg="mod ord">
          <ac:chgData name="Joseph Brown" userId="dcce3c8a-f00b-4de5-aec9-67a3ef8d70bd" providerId="ADAL" clId="{FCF4514C-F1F6-49FC-814F-B0048FF0D2BC}" dt="2026-06-12T16:53:37.319" v="2671" actId="700"/>
          <ac:spMkLst>
            <pc:docMk/>
            <pc:sldMk cId="1131950381" sldId="8251"/>
            <ac:spMk id="3" creationId="{3F96BBAC-EB1B-EA39-62B0-DEC7FB96F19F}"/>
          </ac:spMkLst>
        </pc:spChg>
      </pc:sldChg>
      <pc:sldChg chg="modSp add mod ord">
        <pc:chgData name="Joseph Brown" userId="dcce3c8a-f00b-4de5-aec9-67a3ef8d70bd" providerId="ADAL" clId="{FCF4514C-F1F6-49FC-814F-B0048FF0D2BC}" dt="2026-06-12T17:00:31.901" v="3216" actId="20577"/>
        <pc:sldMkLst>
          <pc:docMk/>
          <pc:sldMk cId="280730466" sldId="8252"/>
        </pc:sldMkLst>
        <pc:spChg chg="mod">
          <ac:chgData name="Joseph Brown" userId="dcce3c8a-f00b-4de5-aec9-67a3ef8d70bd" providerId="ADAL" clId="{FCF4514C-F1F6-49FC-814F-B0048FF0D2BC}" dt="2026-06-12T16:57:21.839" v="2933" actId="20577"/>
          <ac:spMkLst>
            <pc:docMk/>
            <pc:sldMk cId="280730466" sldId="8252"/>
            <ac:spMk id="2" creationId="{937925B0-E056-0D8E-39D7-9F8EB774D81F}"/>
          </ac:spMkLst>
        </pc:spChg>
        <pc:spChg chg="mod">
          <ac:chgData name="Joseph Brown" userId="dcce3c8a-f00b-4de5-aec9-67a3ef8d70bd" providerId="ADAL" clId="{FCF4514C-F1F6-49FC-814F-B0048FF0D2BC}" dt="2026-06-12T17:00:31.901" v="3216" actId="20577"/>
          <ac:spMkLst>
            <pc:docMk/>
            <pc:sldMk cId="280730466" sldId="8252"/>
            <ac:spMk id="3" creationId="{F4CB6228-A4DF-6CAB-932F-AD29EBE332CF}"/>
          </ac:spMkLst>
        </pc:spChg>
      </pc:sldChg>
      <pc:sldChg chg="addSp delSp modSp new del mod modClrScheme chgLayout">
        <pc:chgData name="Joseph Brown" userId="dcce3c8a-f00b-4de5-aec9-67a3ef8d70bd" providerId="ADAL" clId="{FCF4514C-F1F6-49FC-814F-B0048FF0D2BC}" dt="2026-06-12T16:51:00.894" v="2538" actId="47"/>
        <pc:sldMkLst>
          <pc:docMk/>
          <pc:sldMk cId="1264953721" sldId="8252"/>
        </pc:sldMkLst>
        <pc:spChg chg="del mod ord">
          <ac:chgData name="Joseph Brown" userId="dcce3c8a-f00b-4de5-aec9-67a3ef8d70bd" providerId="ADAL" clId="{FCF4514C-F1F6-49FC-814F-B0048FF0D2BC}" dt="2026-06-12T16:50:36.161" v="2497" actId="700"/>
          <ac:spMkLst>
            <pc:docMk/>
            <pc:sldMk cId="1264953721" sldId="8252"/>
            <ac:spMk id="2" creationId="{DD17A65A-D434-D7EE-D7B7-5157D4A73979}"/>
          </ac:spMkLst>
        </pc:spChg>
        <pc:spChg chg="mod ord">
          <ac:chgData name="Joseph Brown" userId="dcce3c8a-f00b-4de5-aec9-67a3ef8d70bd" providerId="ADAL" clId="{FCF4514C-F1F6-49FC-814F-B0048FF0D2BC}" dt="2026-06-12T16:50:54.410" v="2535" actId="20577"/>
          <ac:spMkLst>
            <pc:docMk/>
            <pc:sldMk cId="1264953721" sldId="8252"/>
            <ac:spMk id="3" creationId="{2A686A7E-36E7-CEA0-6291-5591BDD6BA3D}"/>
          </ac:spMkLst>
        </pc:spChg>
        <pc:spChg chg="add mod ord">
          <ac:chgData name="Joseph Brown" userId="dcce3c8a-f00b-4de5-aec9-67a3ef8d70bd" providerId="ADAL" clId="{FCF4514C-F1F6-49FC-814F-B0048FF0D2BC}" dt="2026-06-12T16:50:36.161" v="2497" actId="700"/>
          <ac:spMkLst>
            <pc:docMk/>
            <pc:sldMk cId="1264953721" sldId="8252"/>
            <ac:spMk id="4" creationId="{DFDDB201-1BA1-9471-BE11-D448445F6B47}"/>
          </ac:spMkLst>
        </pc:spChg>
      </pc:sldChg>
      <pc:sldMasterChg chg="modSp mod addSldLayout modSldLayout">
        <pc:chgData name="Joseph Brown" userId="dcce3c8a-f00b-4de5-aec9-67a3ef8d70bd" providerId="ADAL" clId="{FCF4514C-F1F6-49FC-814F-B0048FF0D2BC}" dt="2026-06-12T16:52:12.758" v="2558" actId="1036"/>
        <pc:sldMasterMkLst>
          <pc:docMk/>
          <pc:sldMasterMk cId="3589675806" sldId="2147483648"/>
        </pc:sldMasterMkLst>
        <pc:spChg chg="mod">
          <ac:chgData name="Joseph Brown" userId="dcce3c8a-f00b-4de5-aec9-67a3ef8d70bd" providerId="ADAL" clId="{FCF4514C-F1F6-49FC-814F-B0048FF0D2BC}" dt="2026-06-12T16:51:30.376" v="2547" actId="404"/>
          <ac:spMkLst>
            <pc:docMk/>
            <pc:sldMasterMk cId="3589675806" sldId="2147483648"/>
            <ac:spMk id="2" creationId="{00000000-0000-0000-0000-000000000000}"/>
          </ac:spMkLst>
        </pc:spChg>
        <pc:spChg chg="mod">
          <ac:chgData name="Joseph Brown" userId="dcce3c8a-f00b-4de5-aec9-67a3ef8d70bd" providerId="ADAL" clId="{FCF4514C-F1F6-49FC-814F-B0048FF0D2BC}" dt="2026-05-21T15:12:20.741" v="18" actId="14100"/>
          <ac:spMkLst>
            <pc:docMk/>
            <pc:sldMasterMk cId="3589675806" sldId="2147483648"/>
            <ac:spMk id="3" creationId="{00000000-0000-0000-0000-000000000000}"/>
          </ac:spMkLst>
        </pc:spChg>
        <pc:sldLayoutChg chg="modSp mod">
          <pc:chgData name="Joseph Brown" userId="dcce3c8a-f00b-4de5-aec9-67a3ef8d70bd" providerId="ADAL" clId="{FCF4514C-F1F6-49FC-814F-B0048FF0D2BC}" dt="2026-05-21T15:44:16.025" v="984" actId="404"/>
          <pc:sldLayoutMkLst>
            <pc:docMk/>
            <pc:sldMasterMk cId="3589675806" sldId="2147483648"/>
            <pc:sldLayoutMk cId="2172709894" sldId="2147483649"/>
          </pc:sldLayoutMkLst>
          <pc:spChg chg="mod">
            <ac:chgData name="Joseph Brown" userId="dcce3c8a-f00b-4de5-aec9-67a3ef8d70bd" providerId="ADAL" clId="{FCF4514C-F1F6-49FC-814F-B0048FF0D2BC}" dt="2026-05-21T15:44:16.025" v="984" actId="404"/>
            <ac:spMkLst>
              <pc:docMk/>
              <pc:sldMasterMk cId="3589675806" sldId="2147483648"/>
              <pc:sldLayoutMk cId="2172709894" sldId="2147483649"/>
              <ac:spMk id="2" creationId="{00000000-0000-0000-0000-000000000000}"/>
            </ac:spMkLst>
          </pc:spChg>
          <pc:spChg chg="mod">
            <ac:chgData name="Joseph Brown" userId="dcce3c8a-f00b-4de5-aec9-67a3ef8d70bd" providerId="ADAL" clId="{FCF4514C-F1F6-49FC-814F-B0048FF0D2BC}" dt="2026-05-21T15:32:53.984" v="509" actId="14100"/>
            <ac:spMkLst>
              <pc:docMk/>
              <pc:sldMasterMk cId="3589675806" sldId="2147483648"/>
              <pc:sldLayoutMk cId="2172709894" sldId="2147483649"/>
              <ac:spMk id="3" creationId="{00000000-0000-0000-0000-000000000000}"/>
            </ac:spMkLst>
          </pc:spChg>
        </pc:sldLayoutChg>
        <pc:sldLayoutChg chg="addSp delSp modSp mod">
          <pc:chgData name="Joseph Brown" userId="dcce3c8a-f00b-4de5-aec9-67a3ef8d70bd" providerId="ADAL" clId="{FCF4514C-F1F6-49FC-814F-B0048FF0D2BC}" dt="2026-06-12T16:52:06.742" v="2554" actId="1076"/>
          <pc:sldLayoutMkLst>
            <pc:docMk/>
            <pc:sldMasterMk cId="3589675806" sldId="2147483648"/>
            <pc:sldLayoutMk cId="990855313" sldId="2147483650"/>
          </pc:sldLayoutMkLst>
          <pc:spChg chg="mod">
            <ac:chgData name="Joseph Brown" userId="dcce3c8a-f00b-4de5-aec9-67a3ef8d70bd" providerId="ADAL" clId="{FCF4514C-F1F6-49FC-814F-B0048FF0D2BC}" dt="2026-06-12T16:52:06.742" v="2554" actId="1076"/>
            <ac:spMkLst>
              <pc:docMk/>
              <pc:sldMasterMk cId="3589675806" sldId="2147483648"/>
              <pc:sldLayoutMk cId="990855313" sldId="2147483650"/>
              <ac:spMk id="3" creationId="{00000000-0000-0000-0000-000000000000}"/>
            </ac:spMkLst>
          </pc:spChg>
          <pc:spChg chg="add mod">
            <ac:chgData name="Joseph Brown" userId="dcce3c8a-f00b-4de5-aec9-67a3ef8d70bd" providerId="ADAL" clId="{FCF4514C-F1F6-49FC-814F-B0048FF0D2BC}" dt="2026-05-21T15:44:39.441" v="990"/>
            <ac:spMkLst>
              <pc:docMk/>
              <pc:sldMasterMk cId="3589675806" sldId="2147483648"/>
              <pc:sldLayoutMk cId="990855313" sldId="2147483650"/>
              <ac:spMk id="4" creationId="{66B35C9B-1C0C-76AB-A5CF-6A34F226119F}"/>
            </ac:spMkLst>
          </pc:spChg>
        </pc:sldLayoutChg>
        <pc:sldLayoutChg chg="addSp delSp modSp mod">
          <pc:chgData name="Joseph Brown" userId="dcce3c8a-f00b-4de5-aec9-67a3ef8d70bd" providerId="ADAL" clId="{FCF4514C-F1F6-49FC-814F-B0048FF0D2BC}" dt="2026-06-12T16:52:12.758" v="2558" actId="1036"/>
          <pc:sldLayoutMkLst>
            <pc:docMk/>
            <pc:sldMasterMk cId="3589675806" sldId="2147483648"/>
            <pc:sldLayoutMk cId="3047714484" sldId="2147483660"/>
          </pc:sldLayoutMkLst>
          <pc:spChg chg="add mod">
            <ac:chgData name="Joseph Brown" userId="dcce3c8a-f00b-4de5-aec9-67a3ef8d70bd" providerId="ADAL" clId="{FCF4514C-F1F6-49FC-814F-B0048FF0D2BC}" dt="2026-05-21T15:44:44.471" v="992"/>
            <ac:spMkLst>
              <pc:docMk/>
              <pc:sldMasterMk cId="3589675806" sldId="2147483648"/>
              <pc:sldLayoutMk cId="3047714484" sldId="2147483660"/>
              <ac:spMk id="3" creationId="{66669950-2142-9071-0302-D0C4C972DAFC}"/>
            </ac:spMkLst>
          </pc:spChg>
          <pc:spChg chg="mod">
            <ac:chgData name="Joseph Brown" userId="dcce3c8a-f00b-4de5-aec9-67a3ef8d70bd" providerId="ADAL" clId="{FCF4514C-F1F6-49FC-814F-B0048FF0D2BC}" dt="2026-06-12T16:52:12.758" v="2558" actId="1036"/>
            <ac:spMkLst>
              <pc:docMk/>
              <pc:sldMasterMk cId="3589675806" sldId="2147483648"/>
              <pc:sldLayoutMk cId="3047714484" sldId="2147483660"/>
              <ac:spMk id="8" creationId="{E9382065-22E5-4BF2-AB90-26509C740607}"/>
            </ac:spMkLst>
          </pc:spChg>
        </pc:sldLayoutChg>
        <pc:sldLayoutChg chg="addSp delSp modSp add mod modTransition setBg">
          <pc:chgData name="Joseph Brown" userId="dcce3c8a-f00b-4de5-aec9-67a3ef8d70bd" providerId="ADAL" clId="{FCF4514C-F1F6-49FC-814F-B0048FF0D2BC}" dt="2026-05-21T15:13:15.156" v="23"/>
          <pc:sldLayoutMkLst>
            <pc:docMk/>
            <pc:sldMasterMk cId="3589675806" sldId="2147483648"/>
            <pc:sldLayoutMk cId="1622540442" sldId="2147483661"/>
          </pc:sldLayoutMkLst>
          <pc:spChg chg="add mod">
            <ac:chgData name="Joseph Brown" userId="dcce3c8a-f00b-4de5-aec9-67a3ef8d70bd" providerId="ADAL" clId="{FCF4514C-F1F6-49FC-814F-B0048FF0D2BC}" dt="2026-05-21T15:13:15.156" v="23"/>
            <ac:spMkLst>
              <pc:docMk/>
              <pc:sldMasterMk cId="3589675806" sldId="2147483648"/>
              <pc:sldLayoutMk cId="1622540442" sldId="2147483661"/>
              <ac:spMk id="5" creationId="{AF2FC467-C44D-E071-2B3F-BCA7CD723A14}"/>
            </ac:spMkLst>
          </pc:spChg>
          <pc:spChg chg="add mod">
            <ac:chgData name="Joseph Brown" userId="dcce3c8a-f00b-4de5-aec9-67a3ef8d70bd" providerId="ADAL" clId="{FCF4514C-F1F6-49FC-814F-B0048FF0D2BC}" dt="2026-05-21T15:13:15.156" v="23"/>
            <ac:spMkLst>
              <pc:docMk/>
              <pc:sldMasterMk cId="3589675806" sldId="2147483648"/>
              <pc:sldLayoutMk cId="1622540442" sldId="2147483661"/>
              <ac:spMk id="6" creationId="{DE09B707-E240-87B2-BE56-C4AEB90B08C3}"/>
            </ac:spMkLst>
          </pc:spChg>
          <pc:picChg chg="add mod">
            <ac:chgData name="Joseph Brown" userId="dcce3c8a-f00b-4de5-aec9-67a3ef8d70bd" providerId="ADAL" clId="{FCF4514C-F1F6-49FC-814F-B0048FF0D2BC}" dt="2026-05-21T15:12:59.275" v="21"/>
            <ac:picMkLst>
              <pc:docMk/>
              <pc:sldMasterMk cId="3589675806" sldId="2147483648"/>
              <pc:sldLayoutMk cId="1622540442" sldId="2147483661"/>
              <ac:picMk id="4" creationId="{31203DC4-C2CC-2B6F-2F18-84297E4668EE}"/>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306BE5-6756-4BFA-8CF3-CA999E57E603}" type="datetimeFigureOut">
              <a:rPr lang="en-CA" smtClean="0"/>
              <a:t>2026-06-12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89DD1B-7F70-436B-969A-FF553691D707}" type="slidenum">
              <a:rPr lang="en-CA" smtClean="0"/>
              <a:t>‹#›</a:t>
            </a:fld>
            <a:endParaRPr lang="en-CA"/>
          </a:p>
        </p:txBody>
      </p:sp>
    </p:spTree>
    <p:extLst>
      <p:ext uri="{BB962C8B-B14F-4D97-AF65-F5344CB8AC3E}">
        <p14:creationId xmlns:p14="http://schemas.microsoft.com/office/powerpoint/2010/main" val="1837842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441592"/>
            <a:ext cx="11435952" cy="2387600"/>
          </a:xfrm>
          <a:prstGeom prst="rect">
            <a:avLst/>
          </a:prstGeom>
        </p:spPr>
        <p:txBody>
          <a:bodyPr anchor="ctr">
            <a:normAutofit/>
          </a:bodyPr>
          <a:lstStyle>
            <a:lvl1pPr algn="l">
              <a:defRPr sz="4800">
                <a:latin typeface="Arial" panose="020B0604020202020204" pitchFamily="34" charset="0"/>
                <a:cs typeface="Arial" panose="020B0604020202020204" pitchFamily="34" charset="0"/>
              </a:defRPr>
            </a:lvl1pPr>
          </a:lstStyle>
          <a:p>
            <a:r>
              <a:rPr lang="en-US" dirty="0"/>
              <a:t>Click to edit Master title style</a:t>
            </a:r>
            <a:endParaRPr lang="en-CA" dirty="0"/>
          </a:p>
        </p:txBody>
      </p:sp>
      <p:sp>
        <p:nvSpPr>
          <p:cNvPr id="3" name="Subtitle 2"/>
          <p:cNvSpPr>
            <a:spLocks noGrp="1"/>
          </p:cNvSpPr>
          <p:nvPr>
            <p:ph type="subTitle" idx="1"/>
          </p:nvPr>
        </p:nvSpPr>
        <p:spPr>
          <a:xfrm>
            <a:off x="548640" y="3829192"/>
            <a:ext cx="11435952" cy="2343007"/>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CA" dirty="0"/>
          </a:p>
        </p:txBody>
      </p:sp>
    </p:spTree>
    <p:extLst>
      <p:ext uri="{BB962C8B-B14F-4D97-AF65-F5344CB8AC3E}">
        <p14:creationId xmlns:p14="http://schemas.microsoft.com/office/powerpoint/2010/main" val="2172709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9567" y="1098645"/>
            <a:ext cx="11412866" cy="4984906"/>
          </a:xfrm>
        </p:spPr>
        <p:txBody>
          <a:bodyPr/>
          <a:lstStyle>
            <a:lvl1pPr>
              <a:buClr>
                <a:srgbClr val="008BB0"/>
              </a:buClr>
              <a:defRPr>
                <a:solidFill>
                  <a:schemeClr val="tx1"/>
                </a:solidFill>
              </a:defRPr>
            </a:lvl1pPr>
            <a:lvl2pPr>
              <a:buClr>
                <a:srgbClr val="008BB0"/>
              </a:buClr>
              <a:defRPr/>
            </a:lvl2pPr>
            <a:lvl3pPr>
              <a:buClr>
                <a:srgbClr val="008BB0"/>
              </a:buClr>
              <a:defRPr/>
            </a:lvl3pPr>
            <a:lvl4pPr>
              <a:buClr>
                <a:srgbClr val="008BB0"/>
              </a:buClr>
              <a:defRPr/>
            </a:lvl4pPr>
            <a:lvl5pPr>
              <a:buClr>
                <a:srgbClr val="008BB0"/>
              </a:buCl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a:extLst>
              <a:ext uri="{FF2B5EF4-FFF2-40B4-BE49-F238E27FC236}">
                <a16:creationId xmlns:a16="http://schemas.microsoft.com/office/drawing/2014/main" id="{66B35C9B-1C0C-76AB-A5CF-6A34F226119F}"/>
              </a:ext>
            </a:extLst>
          </p:cNvPr>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990855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bg1"/>
        </a:solidFill>
        <a:effectLst/>
      </p:bgPr>
    </p:bg>
    <p:spTree>
      <p:nvGrpSpPr>
        <p:cNvPr id="1" name=""/>
        <p:cNvGrpSpPr/>
        <p:nvPr/>
      </p:nvGrpSpPr>
      <p:grpSpPr>
        <a:xfrm>
          <a:off x="0" y="0"/>
          <a:ext cx="0" cy="0"/>
          <a:chOff x="0" y="0"/>
          <a:chExt cx="0" cy="0"/>
        </a:xfrm>
      </p:grpSpPr>
      <p:pic>
        <p:nvPicPr>
          <p:cNvPr id="4" name="Picture 3" descr="A close up of a sign&#10;&#10;Description automatically generated">
            <a:extLst>
              <a:ext uri="{FF2B5EF4-FFF2-40B4-BE49-F238E27FC236}">
                <a16:creationId xmlns:a16="http://schemas.microsoft.com/office/drawing/2014/main" id="{31203DC4-C2CC-2B6F-2F18-84297E4668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16755" y="6237170"/>
            <a:ext cx="2717938" cy="561796"/>
          </a:xfrm>
          <a:prstGeom prst="rect">
            <a:avLst/>
          </a:prstGeom>
        </p:spPr>
      </p:pic>
      <p:sp>
        <p:nvSpPr>
          <p:cNvPr id="5" name="Title 1">
            <a:extLst>
              <a:ext uri="{FF2B5EF4-FFF2-40B4-BE49-F238E27FC236}">
                <a16:creationId xmlns:a16="http://schemas.microsoft.com/office/drawing/2014/main" id="{AF2FC467-C44D-E071-2B3F-BCA7CD723A14}"/>
              </a:ext>
            </a:extLst>
          </p:cNvPr>
          <p:cNvSpPr>
            <a:spLocks noGrp="1"/>
          </p:cNvSpPr>
          <p:nvPr>
            <p:ph type="ctrTitle"/>
          </p:nvPr>
        </p:nvSpPr>
        <p:spPr>
          <a:xfrm>
            <a:off x="207408" y="1441592"/>
            <a:ext cx="11777184" cy="2387600"/>
          </a:xfrm>
          <a:prstGeom prst="rect">
            <a:avLst/>
          </a:prstGeom>
        </p:spPr>
        <p:txBody>
          <a:bodyPr anchor="ctr"/>
          <a:lstStyle>
            <a:lvl1pPr algn="ctr">
              <a:defRPr sz="6000">
                <a:latin typeface="Arial" panose="020B0604020202020204" pitchFamily="34" charset="0"/>
                <a:cs typeface="Arial" panose="020B0604020202020204" pitchFamily="34" charset="0"/>
              </a:defRPr>
            </a:lvl1pPr>
          </a:lstStyle>
          <a:p>
            <a:r>
              <a:rPr lang="en-US" dirty="0"/>
              <a:t>Click to edit Master title style</a:t>
            </a:r>
            <a:endParaRPr lang="en-CA" dirty="0"/>
          </a:p>
        </p:txBody>
      </p:sp>
      <p:sp>
        <p:nvSpPr>
          <p:cNvPr id="6" name="Subtitle 2">
            <a:extLst>
              <a:ext uri="{FF2B5EF4-FFF2-40B4-BE49-F238E27FC236}">
                <a16:creationId xmlns:a16="http://schemas.microsoft.com/office/drawing/2014/main" id="{DE09B707-E240-87B2-BE56-C4AEB90B08C3}"/>
              </a:ext>
            </a:extLst>
          </p:cNvPr>
          <p:cNvSpPr>
            <a:spLocks noGrp="1"/>
          </p:cNvSpPr>
          <p:nvPr>
            <p:ph type="subTitle" idx="1"/>
          </p:nvPr>
        </p:nvSpPr>
        <p:spPr>
          <a:xfrm>
            <a:off x="207408" y="3921267"/>
            <a:ext cx="11777184" cy="1655762"/>
          </a:xfrm>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CA" dirty="0"/>
          </a:p>
        </p:txBody>
      </p:sp>
    </p:spTree>
    <p:extLst>
      <p:ext uri="{BB962C8B-B14F-4D97-AF65-F5344CB8AC3E}">
        <p14:creationId xmlns:p14="http://schemas.microsoft.com/office/powerpoint/2010/main" val="1622540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pic>
        <p:nvPicPr>
          <p:cNvPr id="4" name="Picture 3" descr="A close up of a sign&#10;&#10;Description automatically generated">
            <a:extLst>
              <a:ext uri="{FF2B5EF4-FFF2-40B4-BE49-F238E27FC236}">
                <a16:creationId xmlns:a16="http://schemas.microsoft.com/office/drawing/2014/main" id="{4E664393-8F6A-48DE-B9DC-0E942D02170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16755" y="6237170"/>
            <a:ext cx="2717938" cy="561796"/>
          </a:xfrm>
          <a:prstGeom prst="rect">
            <a:avLst/>
          </a:prstGeom>
        </p:spPr>
      </p:pic>
      <p:sp>
        <p:nvSpPr>
          <p:cNvPr id="8" name="Content Placeholder 2">
            <a:extLst>
              <a:ext uri="{FF2B5EF4-FFF2-40B4-BE49-F238E27FC236}">
                <a16:creationId xmlns:a16="http://schemas.microsoft.com/office/drawing/2014/main" id="{E9382065-22E5-4BF2-AB90-26509C740607}"/>
              </a:ext>
            </a:extLst>
          </p:cNvPr>
          <p:cNvSpPr>
            <a:spLocks noGrp="1"/>
          </p:cNvSpPr>
          <p:nvPr>
            <p:ph idx="1"/>
          </p:nvPr>
        </p:nvSpPr>
        <p:spPr>
          <a:xfrm>
            <a:off x="429245" y="1102204"/>
            <a:ext cx="11333510" cy="4994416"/>
          </a:xfrm>
        </p:spPr>
        <p:txBody>
          <a:bodyPr/>
          <a:lstStyle>
            <a:lvl1pPr>
              <a:buClr>
                <a:srgbClr val="008BB0"/>
              </a:buClr>
              <a:defRPr>
                <a:solidFill>
                  <a:schemeClr val="tx1"/>
                </a:solidFill>
              </a:defRPr>
            </a:lvl1pPr>
            <a:lvl2pPr>
              <a:buClr>
                <a:srgbClr val="008BB0"/>
              </a:buClr>
              <a:defRPr/>
            </a:lvl2pPr>
            <a:lvl3pPr>
              <a:buClr>
                <a:srgbClr val="008BB0"/>
              </a:buClr>
              <a:defRPr/>
            </a:lvl3pPr>
            <a:lvl4pPr>
              <a:buClr>
                <a:srgbClr val="008BB0"/>
              </a:buClr>
              <a:defRPr/>
            </a:lvl4pPr>
            <a:lvl5pPr>
              <a:buClr>
                <a:srgbClr val="008BB0"/>
              </a:buCl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3" name="Title 2">
            <a:extLst>
              <a:ext uri="{FF2B5EF4-FFF2-40B4-BE49-F238E27FC236}">
                <a16:creationId xmlns:a16="http://schemas.microsoft.com/office/drawing/2014/main" id="{66669950-2142-9071-0302-D0C4C972DAFC}"/>
              </a:ext>
            </a:extLst>
          </p:cNvPr>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0477144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900000"/>
          </a:xfrm>
          <a:prstGeom prst="rect">
            <a:avLst/>
          </a:prstGeom>
        </p:spPr>
        <p:txBody>
          <a:bodyPr vert="horz" lIns="91440" tIns="45720" rIns="91440" bIns="45720" rtlCol="0" anchor="ctr">
            <a:normAutofit/>
          </a:bodyPr>
          <a:lstStyle/>
          <a:p>
            <a:r>
              <a:rPr lang="en-US" dirty="0"/>
              <a:t>Click to edit master title style</a:t>
            </a:r>
            <a:endParaRPr lang="en-CA" dirty="0"/>
          </a:p>
        </p:txBody>
      </p:sp>
      <p:sp>
        <p:nvSpPr>
          <p:cNvPr id="3" name="Text Placeholder 2"/>
          <p:cNvSpPr>
            <a:spLocks noGrp="1"/>
          </p:cNvSpPr>
          <p:nvPr>
            <p:ph type="body" idx="1"/>
          </p:nvPr>
        </p:nvSpPr>
        <p:spPr>
          <a:xfrm>
            <a:off x="394978" y="1052893"/>
            <a:ext cx="11402044" cy="515853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3589675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0" r:id="rId4"/>
  </p:sldLayoutIdLst>
  <p:txStyles>
    <p:titleStyle>
      <a:lvl1pPr algn="ctr" defTabSz="914400" rtl="0" eaLnBrk="1" latinLnBrk="0" hangingPunct="1">
        <a:lnSpc>
          <a:spcPct val="90000"/>
        </a:lnSpc>
        <a:spcBef>
          <a:spcPct val="0"/>
        </a:spcBef>
        <a:buNone/>
        <a:defRPr sz="3200" b="1" i="0" kern="1200" cap="none" baseline="0">
          <a:solidFill>
            <a:srgbClr val="002A5C"/>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008BB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9017-9AB7-A84B-1F1B-BE88D7488CB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0D7930-0B33-CE14-FA49-29FCC9018A3F}"/>
              </a:ext>
            </a:extLst>
          </p:cNvPr>
          <p:cNvSpPr>
            <a:spLocks noGrp="1"/>
          </p:cNvSpPr>
          <p:nvPr>
            <p:ph type="ctrTitle"/>
          </p:nvPr>
        </p:nvSpPr>
        <p:spPr>
          <a:xfrm>
            <a:off x="548640" y="1092110"/>
            <a:ext cx="11435952" cy="2387600"/>
          </a:xfrm>
        </p:spPr>
        <p:txBody>
          <a:bodyPr>
            <a:normAutofit/>
          </a:bodyPr>
          <a:lstStyle/>
          <a:p>
            <a:r>
              <a:t>Can a fast calculation tell us which peptides to make?</a:t>
            </a:r>
          </a:p>
        </p:txBody>
      </p:sp>
      <p:sp>
        <p:nvSpPr>
          <p:cNvPr id="5" name="Subtitle 4">
            <a:extLst>
              <a:ext uri="{FF2B5EF4-FFF2-40B4-BE49-F238E27FC236}">
                <a16:creationId xmlns:a16="http://schemas.microsoft.com/office/drawing/2014/main" id="{D7C1E02F-FCC1-78A4-00A6-8BD0D4243D94}"/>
              </a:ext>
            </a:extLst>
          </p:cNvPr>
          <p:cNvSpPr>
            <a:spLocks noGrp="1"/>
          </p:cNvSpPr>
          <p:nvPr>
            <p:ph type="subTitle" idx="1"/>
          </p:nvPr>
        </p:nvSpPr>
        <p:spPr>
          <a:xfrm>
            <a:off x="548640" y="3479710"/>
            <a:ext cx="11435952" cy="2343007"/>
          </a:xfrm>
        </p:spPr>
        <p:txBody>
          <a:bodyPr>
            <a:normAutofit/>
          </a:bodyPr>
          <a:lstStyle/>
          <a:p>
            <a:r>
              <a:rPr sz="2000" b="0">
                <a:latin typeface="Arial"/>
              </a:rPr>
              <a:t>Publication direction</a:t>
            </a:r>
            <a:br/>
            <a:r>
              <a:rPr sz="2000" b="0">
                <a:latin typeface="Arial"/>
              </a:rPr>
              <a:t>October 2026</a:t>
            </a:r>
          </a:p>
          <a:p>
            <a:r>
              <a:rPr sz="2000" b="1">
                <a:latin typeface="Arial"/>
              </a:rPr>
              <a:t>Carlos Liu</a:t>
            </a:r>
            <a:br/>
            <a:r>
              <a:rPr sz="2000" b="0">
                <a:latin typeface="Arial"/>
              </a:rPr>
              <a:t>PhD Student, Leslie Dan Faculty of Pharmacy</a:t>
            </a:r>
            <a:br/>
            <a:r>
              <a:rPr sz="2000" b="0">
                <a:latin typeface="Arial"/>
              </a:rPr>
              <a:t>Supervisor: Joseph S Brown</a:t>
            </a:r>
            <a:br/>
            <a:r>
              <a:rPr sz="2000" b="0">
                <a:latin typeface="Arial"/>
              </a:rPr>
              <a:t>University of Toronto</a:t>
            </a:r>
          </a:p>
        </p:txBody>
      </p:sp>
      <p:pic>
        <p:nvPicPr>
          <p:cNvPr id="6" name="Picture 2" descr="4134 - Acceleration Consortium Training Lab Design Project | School of  Continuing Studies - University of Toronto">
            <a:extLst>
              <a:ext uri="{FF2B5EF4-FFF2-40B4-BE49-F238E27FC236}">
                <a16:creationId xmlns:a16="http://schemas.microsoft.com/office/drawing/2014/main" id="{892E5E24-7D31-AC0F-C006-BA1BF705B8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20101" y="5563956"/>
            <a:ext cx="1917899" cy="731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54293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429768" y="1051560"/>
            <a:ext cx="6949440" cy="4937760"/>
          </a:xfrm>
        </p:spPr>
        <p:txBody>
          <a:bodyPr wrap="square"/>
          <a:lstStyle/>
          <a:p>
            <a:pPr/>
            <a:r>
              <a:rPr sz="2100" b="1">
                <a:solidFill>
                  <a:srgbClr val="002A5C"/>
                </a:solidFill>
              </a:rPr>
              <a:t>Design is cheap now. Synthesis is not.</a:t>
            </a:r>
          </a:p>
          <a:p>
            <a:pPr lvl="1"/>
            <a:r>
              <a:rPr sz="1700"/>
              <a:t>We have 212 designed peptides against LptA. Non-canonical building blocks cost on the order of $1000 each, so the real question is which ten to make.</a:t>
            </a:r>
          </a:p>
          <a:p>
            <a:pPr/>
          </a:p>
          <a:p>
            <a:pPr/>
            <a:r>
              <a:rPr sz="2100" b="1">
                <a:solidFill>
                  <a:srgbClr val="002A5C"/>
                </a:solidFill>
              </a:rPr>
              <a:t>So we need a way to rank them before committing</a:t>
            </a:r>
          </a:p>
          <a:p>
            <a:pPr lvl="1"/>
            <a:r>
              <a:rPr sz="1700"/>
              <a:t>Not a prediction of the binding constant — just a reliable answer to “of these two, which one binds tighter?”</a:t>
            </a:r>
          </a:p>
          <a:p>
            <a:pPr/>
          </a:p>
          <a:p>
            <a:pPr/>
            <a:r>
              <a:rPr sz="2100" b="1">
                <a:solidFill>
                  <a:srgbClr val="B51F58"/>
                </a:solidFill>
              </a:rPr>
              <a:t>The honest starting point: nobody has shown this works for peptides</a:t>
            </a:r>
          </a:p>
          <a:p>
            <a:pPr lvl="1"/>
            <a:r>
              <a:rPr sz="1700"/>
              <a:t>Most published validation is on small drug-like molecules. Macrocyclic peptides are bigger, floppier, and sit in shallower sites. Whether the usual tools transfer is an open question — and that is the gap this work fills.</a:t>
            </a:r>
          </a:p>
        </p:txBody>
      </p:sp>
      <p:sp>
        <p:nvSpPr>
          <p:cNvPr id="3" name="Title 2"/>
          <p:cNvSpPr>
            <a:spLocks noGrp="1"/>
          </p:cNvSpPr>
          <p:nvPr>
            <p:ph type="title"/>
          </p:nvPr>
        </p:nvSpPr>
        <p:spPr/>
        <p:txBody>
          <a:bodyPr/>
          <a:lstStyle/>
          <a:p>
            <a:r>
              <a:t>The problem: we can design hundreds, but only make a handful</a:t>
            </a:r>
          </a:p>
        </p:txBody>
      </p:sp>
      <p:sp>
        <p:nvSpPr>
          <p:cNvPr id="4" name="TextBox 3"/>
          <p:cNvSpPr txBox="1"/>
          <p:nvPr/>
        </p:nvSpPr>
        <p:spPr>
          <a:xfrm>
            <a:off x="7772400" y="1554480"/>
            <a:ext cx="2377440" cy="457200"/>
          </a:xfrm>
          <a:prstGeom prst="rect">
            <a:avLst/>
          </a:prstGeom>
          <a:noFill/>
        </p:spPr>
        <p:txBody>
          <a:bodyPr wrap="none">
            <a:spAutoFit/>
          </a:bodyPr>
          <a:lstStyle/>
          <a:p>
            <a:r>
              <a:rPr sz="2800" b="1">
                <a:solidFill>
                  <a:srgbClr val="002A5C"/>
                </a:solidFill>
                <a:latin typeface="Arial"/>
              </a:rPr>
              <a:t>212</a:t>
            </a:r>
          </a:p>
        </p:txBody>
      </p:sp>
      <p:sp>
        <p:nvSpPr>
          <p:cNvPr id="5" name="TextBox 4"/>
          <p:cNvSpPr txBox="1"/>
          <p:nvPr/>
        </p:nvSpPr>
        <p:spPr>
          <a:xfrm>
            <a:off x="7772400" y="1993391"/>
            <a:ext cx="2377440" cy="548640"/>
          </a:xfrm>
          <a:prstGeom prst="rect">
            <a:avLst/>
          </a:prstGeom>
          <a:noFill/>
        </p:spPr>
        <p:txBody>
          <a:bodyPr wrap="square">
            <a:spAutoFit/>
          </a:bodyPr>
          <a:lstStyle/>
          <a:p>
            <a:r>
              <a:rPr sz="1150">
                <a:solidFill>
                  <a:srgbClr val="5E6873"/>
                </a:solidFill>
                <a:latin typeface="Arial"/>
              </a:rPr>
              <a:t>designed peptides in hand</a:t>
            </a:r>
          </a:p>
        </p:txBody>
      </p:sp>
      <p:sp>
        <p:nvSpPr>
          <p:cNvPr id="6" name="TextBox 5"/>
          <p:cNvSpPr txBox="1"/>
          <p:nvPr/>
        </p:nvSpPr>
        <p:spPr>
          <a:xfrm>
            <a:off x="10058400" y="1554480"/>
            <a:ext cx="2377440" cy="457200"/>
          </a:xfrm>
          <a:prstGeom prst="rect">
            <a:avLst/>
          </a:prstGeom>
          <a:noFill/>
        </p:spPr>
        <p:txBody>
          <a:bodyPr wrap="none">
            <a:spAutoFit/>
          </a:bodyPr>
          <a:lstStyle/>
          <a:p>
            <a:r>
              <a:rPr sz="2800" b="1">
                <a:solidFill>
                  <a:srgbClr val="B51F58"/>
                </a:solidFill>
                <a:latin typeface="Arial"/>
              </a:rPr>
              <a:t>~10</a:t>
            </a:r>
          </a:p>
        </p:txBody>
      </p:sp>
      <p:sp>
        <p:nvSpPr>
          <p:cNvPr id="7" name="TextBox 6"/>
          <p:cNvSpPr txBox="1"/>
          <p:nvPr/>
        </p:nvSpPr>
        <p:spPr>
          <a:xfrm>
            <a:off x="10058400" y="1993391"/>
            <a:ext cx="2377440" cy="548640"/>
          </a:xfrm>
          <a:prstGeom prst="rect">
            <a:avLst/>
          </a:prstGeom>
          <a:noFill/>
        </p:spPr>
        <p:txBody>
          <a:bodyPr wrap="square">
            <a:spAutoFit/>
          </a:bodyPr>
          <a:lstStyle/>
          <a:p>
            <a:r>
              <a:rPr sz="1150">
                <a:solidFill>
                  <a:srgbClr val="5E6873"/>
                </a:solidFill>
                <a:latin typeface="Arial"/>
              </a:rPr>
              <a:t>we can realistically make</a:t>
            </a:r>
          </a:p>
        </p:txBody>
      </p:sp>
      <p:sp>
        <p:nvSpPr>
          <p:cNvPr id="8" name="TextBox 7"/>
          <p:cNvSpPr txBox="1"/>
          <p:nvPr/>
        </p:nvSpPr>
        <p:spPr>
          <a:xfrm>
            <a:off x="429768" y="6419088"/>
            <a:ext cx="11338560" cy="256032"/>
          </a:xfrm>
          <a:prstGeom prst="rect">
            <a:avLst/>
          </a:prstGeom>
          <a:noFill/>
        </p:spPr>
        <p:txBody>
          <a:bodyPr wrap="square">
            <a:spAutoFit/>
          </a:bodyPr>
          <a:lstStyle/>
          <a:p>
            <a:r>
              <a:rPr sz="800">
                <a:solidFill>
                  <a:srgbClr val="5E6873"/>
                </a:solidFill>
                <a:latin typeface="Arial"/>
              </a:rPr>
              <a:t>Three branches: 20 canonical de novo designs, 96 non-canonical swaps on those parents, and 96 non-canonical swaps on a thanatin derivative with a known co-crystal 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429768" y="1051560"/>
            <a:ext cx="11247120" cy="4937760"/>
          </a:xfrm>
        </p:spPr>
        <p:txBody>
          <a:bodyPr wrap="square"/>
          <a:lstStyle/>
          <a:p>
            <a:pPr/>
            <a:r>
              <a:rPr sz="2100" b="1">
                <a:solidFill>
                  <a:srgbClr val="002A5C"/>
                </a:solidFill>
              </a:rPr>
              <a:t>MM/PBSA — the fast option we are testing</a:t>
            </a:r>
          </a:p>
          <a:p>
            <a:pPr lvl="1"/>
            <a:r>
              <a:rPr sz="1700"/>
              <a:t>Take the structure of the peptide sitting in the protein's binding site. Relax it briefly. Add up the physical interaction energy between them — electrostatics and van der Waals — then subtract the energy cost of stripping water off both surfaces to let them touch. One structure, one number, a few minutes per peptide.</a:t>
            </a:r>
          </a:p>
          <a:p>
            <a:pPr/>
          </a:p>
          <a:p>
            <a:pPr/>
            <a:r>
              <a:rPr sz="2100" b="1">
                <a:solidFill>
                  <a:srgbClr val="002A5C"/>
                </a:solidFill>
              </a:rPr>
              <a:t>FEP+ — the gold standard we compare against</a:t>
            </a:r>
          </a:p>
          <a:p>
            <a:pPr lvl="1"/>
            <a:r>
              <a:rPr sz="1700"/>
              <a:t>Gradually morphs one peptide into another inside a full simulation and tracks the free energy as it goes. This is the rigorous answer. It costs GPU-days per compound and needs a commercial licence.</a:t>
            </a:r>
          </a:p>
          <a:p>
            <a:pPr/>
          </a:p>
          <a:p>
            <a:pPr/>
            <a:r>
              <a:rPr sz="2100" b="1">
                <a:solidFill>
                  <a:srgbClr val="B51F58"/>
                </a:solidFill>
              </a:rPr>
              <a:t>The trade is roughly a thousand-fold in cost. The question is what we give up.</a:t>
            </a:r>
          </a:p>
        </p:txBody>
      </p:sp>
      <p:sp>
        <p:nvSpPr>
          <p:cNvPr id="3" name="Title 2"/>
          <p:cNvSpPr>
            <a:spLocks noGrp="1"/>
          </p:cNvSpPr>
          <p:nvPr>
            <p:ph type="title"/>
          </p:nvPr>
        </p:nvSpPr>
        <p:spPr/>
        <p:txBody>
          <a:bodyPr/>
          <a:lstStyle/>
          <a:p>
            <a:r>
              <a:t>What the calculation actually does, in one slide</a:t>
            </a:r>
          </a:p>
        </p:txBody>
      </p:sp>
      <p:sp>
        <p:nvSpPr>
          <p:cNvPr id="4" name="TextBox 3"/>
          <p:cNvSpPr txBox="1"/>
          <p:nvPr/>
        </p:nvSpPr>
        <p:spPr>
          <a:xfrm>
            <a:off x="429768" y="6419088"/>
            <a:ext cx="11338560" cy="256032"/>
          </a:xfrm>
          <a:prstGeom prst="rect">
            <a:avLst/>
          </a:prstGeom>
          <a:noFill/>
        </p:spPr>
        <p:txBody>
          <a:bodyPr wrap="square">
            <a:spAutoFit/>
          </a:bodyPr>
          <a:lstStyle/>
          <a:p>
            <a:r>
              <a:rPr sz="800">
                <a:solidFill>
                  <a:srgbClr val="5E6873"/>
                </a:solidFill>
                <a:latin typeface="Arial"/>
              </a:rPr>
              <a:t>MM/PBSA protocol replicated from Zhao et al., Briefings in Bioinformatics 2025;26(6):bbaf632. We did not invent it — we are testing whether it transfers to peptides.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429768" y="1051560"/>
            <a:ext cx="4937760" cy="4937760"/>
          </a:xfrm>
        </p:spPr>
        <p:txBody>
          <a:bodyPr wrap="square"/>
          <a:lstStyle/>
          <a:p>
            <a:pPr/>
            <a:r>
              <a:rPr sz="1900" b="1">
                <a:solidFill>
                  <a:srgbClr val="002A5C"/>
                </a:solidFill>
              </a:rPr>
              <a:t>A published benchmark, not our own data</a:t>
            </a:r>
          </a:p>
          <a:p>
            <a:pPr lvl="1"/>
            <a:r>
              <a:rPr sz="1600"/>
              <a:t>Awoonor-Williams et al. 2026 measured binding for &gt;230 macrocyclic peptides and peptide-like compounds across five proteins, and published FEP+ predictions alongside.</a:t>
            </a:r>
          </a:p>
          <a:p>
            <a:pPr lvl="1"/>
            <a:r>
              <a:rPr sz="1600"/>
              <a:t>Cyclin A/B, JAK2, KRAS, MCL-1, PCSK9</a:t>
            </a:r>
          </a:p>
          <a:p>
            <a:pPr/>
          </a:p>
          <a:p>
            <a:pPr/>
            <a:r>
              <a:rPr sz="1900" b="1">
                <a:solidFill>
                  <a:srgbClr val="002A5C"/>
                </a:solidFill>
              </a:rPr>
              <a:t>Why this cohort is the right one</a:t>
            </a:r>
          </a:p>
          <a:p>
            <a:pPr lvl="1"/>
            <a:r>
              <a:rPr sz="1600"/>
              <a:t>Measured affinities we did not generate, so we cannot fool ourselves. And their FEP+ numbers give us a ceiling for free — we know what the expensive method achieves on exactly these compounds.</a:t>
            </a:r>
          </a:p>
          <a:p>
            <a:pPr/>
          </a:p>
          <a:p>
            <a:pPr/>
            <a:r>
              <a:rPr sz="1900" b="1">
                <a:solidFill>
                  <a:srgbClr val="B51F58"/>
                </a:solidFill>
              </a:rPr>
              <a:t>Everything that follows is on these 234.</a:t>
            </a:r>
          </a:p>
        </p:txBody>
      </p:sp>
      <p:sp>
        <p:nvSpPr>
          <p:cNvPr id="3" name="Title 2"/>
          <p:cNvSpPr>
            <a:spLocks noGrp="1"/>
          </p:cNvSpPr>
          <p:nvPr>
            <p:ph type="title"/>
          </p:nvPr>
        </p:nvSpPr>
        <p:spPr/>
        <p:txBody>
          <a:bodyPr/>
          <a:lstStyle/>
          <a:p>
            <a:r>
              <a:t>We tested it on 234 peptides where the answer was already known</a:t>
            </a:r>
          </a:p>
        </p:txBody>
      </p:sp>
      <p:pic>
        <p:nvPicPr>
          <p:cNvPr id="4" name="Picture 3" descr="zha25_fepplus_parity_5families.png"/>
          <p:cNvPicPr>
            <a:picLocks noChangeAspect="1"/>
          </p:cNvPicPr>
          <p:nvPr/>
        </p:nvPicPr>
        <p:blipFill>
          <a:blip r:embed="rId2"/>
          <a:stretch>
            <a:fillRect/>
          </a:stretch>
        </p:blipFill>
        <p:spPr>
          <a:xfrm>
            <a:off x="5532120" y="1143000"/>
            <a:ext cx="6492240" cy="4019005"/>
          </a:xfrm>
          <a:prstGeom prst="rect">
            <a:avLst/>
          </a:prstGeom>
        </p:spPr>
      </p:pic>
      <p:sp>
        <p:nvSpPr>
          <p:cNvPr id="5" name="TextBox 4"/>
          <p:cNvSpPr txBox="1"/>
          <p:nvPr/>
        </p:nvSpPr>
        <p:spPr>
          <a:xfrm>
            <a:off x="429768" y="6419088"/>
            <a:ext cx="11338560" cy="256032"/>
          </a:xfrm>
          <a:prstGeom prst="rect">
            <a:avLst/>
          </a:prstGeom>
          <a:noFill/>
        </p:spPr>
        <p:txBody>
          <a:bodyPr wrap="square">
            <a:spAutoFit/>
          </a:bodyPr>
          <a:lstStyle/>
          <a:p>
            <a:r>
              <a:rPr sz="800">
                <a:solidFill>
                  <a:srgbClr val="5E6873"/>
                </a:solidFill>
                <a:latin typeface="Arial"/>
              </a:rPr>
              <a:t>Awoonor-Williams E, Beautrait A, Petridis L, Hu X. J Chem Inf Model 2026;66(14):8545. PMID 42396675. Each column is one protein; each point one peptide.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429768" y="1024128"/>
            <a:ext cx="11338560" cy="2286000"/>
          </a:xfrm>
        </p:spPr>
        <p:txBody>
          <a:bodyPr wrap="square"/>
          <a:lstStyle/>
          <a:p>
            <a:pPr/>
            <a:r>
              <a:rPr sz="1900" b="1">
                <a:solidFill>
                  <a:srgbClr val="002A5C"/>
                </a:solidFill>
              </a:rPr>
              <a:t>Bigger peptides bind tighter — that is real physics, and it is a trap for benchmarking</a:t>
            </a:r>
          </a:p>
          <a:p>
            <a:pPr lvl="1"/>
            <a:r>
              <a:rPr sz="1600"/>
              <a:t>More atoms bury more surface, so almost any method looks good if you let size vary. To know whether the physics adds anything, we compare only peptides of the same heavy-atom count, where size cannot possibly be the thing doing the work.</a:t>
            </a:r>
          </a:p>
          <a:p>
            <a:pPr lvl="1"/>
            <a:r>
              <a:rPr sz="1600"/>
              <a:t>The measure is simple: hand it two peptides whose affinities genuinely differ, ask which is tighter. A coin gets 50%.</a:t>
            </a:r>
          </a:p>
        </p:txBody>
      </p:sp>
      <p:sp>
        <p:nvSpPr>
          <p:cNvPr id="3" name="Title 2"/>
          <p:cNvSpPr>
            <a:spLocks noGrp="1"/>
          </p:cNvSpPr>
          <p:nvPr>
            <p:ph type="title"/>
          </p:nvPr>
        </p:nvSpPr>
        <p:spPr/>
        <p:txBody>
          <a:bodyPr/>
          <a:lstStyle/>
          <a:p>
            <a:r>
              <a:t>The sharp test: can it tell apart peptides of the same size?</a:t>
            </a:r>
          </a:p>
        </p:txBody>
      </p:sp>
      <p:pic>
        <p:nvPicPr>
          <p:cNvPr id="4" name="Picture 3" descr="size_matched_pairwise_accuracy.png"/>
          <p:cNvPicPr>
            <a:picLocks noChangeAspect="1"/>
          </p:cNvPicPr>
          <p:nvPr/>
        </p:nvPicPr>
        <p:blipFill>
          <a:blip r:embed="rId2"/>
          <a:stretch>
            <a:fillRect/>
          </a:stretch>
        </p:blipFill>
        <p:spPr>
          <a:xfrm>
            <a:off x="640080" y="3337560"/>
            <a:ext cx="7424927" cy="2880359"/>
          </a:xfrm>
          <a:prstGeom prst="rect">
            <a:avLst/>
          </a:prstGeom>
        </p:spPr>
      </p:pic>
      <p:sp>
        <p:nvSpPr>
          <p:cNvPr id="5" name="TextBox 4"/>
          <p:cNvSpPr txBox="1"/>
          <p:nvPr/>
        </p:nvSpPr>
        <p:spPr>
          <a:xfrm>
            <a:off x="429768" y="6419088"/>
            <a:ext cx="11338560" cy="256032"/>
          </a:xfrm>
          <a:prstGeom prst="rect">
            <a:avLst/>
          </a:prstGeom>
          <a:noFill/>
        </p:spPr>
        <p:txBody>
          <a:bodyPr wrap="square">
            <a:spAutoFit/>
          </a:bodyPr>
          <a:lstStyle/>
          <a:p>
            <a:r>
              <a:rPr sz="800">
                <a:solidFill>
                  <a:srgbClr val="5E6873"/>
                </a:solidFill>
                <a:latin typeface="Arial"/>
              </a:rPr>
              <a:t>Decisive pairs only (affinities differing by ≥ 0.5 kcal/mol). Bars are 95% bootstrap intervals. A heavy-atom count has no information at all in the left panel — the sizes are equal — which is exactly why this is the honest comparison.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429768" y="1051560"/>
            <a:ext cx="6858000" cy="4937760"/>
          </a:xfrm>
        </p:spPr>
        <p:txBody>
          <a:bodyPr wrap="square"/>
          <a:lstStyle/>
          <a:p>
            <a:pPr/>
            <a:r>
              <a:rPr sz="2100" b="1">
                <a:solidFill>
                  <a:srgbClr val="002A5C"/>
                </a:solidFill>
              </a:rPr>
              <a:t>Among peptides matched on size</a:t>
            </a:r>
          </a:p>
          <a:p>
            <a:pPr lvl="1"/>
            <a:r>
              <a:rPr sz="1700"/>
              <a:t>Within a 3-atom window MM/PBSA picks the tighter binder 62.4% of the time, 95% CI [55.5, 68.9] — the interval clears chance.</a:t>
            </a:r>
          </a:p>
          <a:p>
            <a:pPr lvl="1"/>
            <a:r>
              <a:rPr sz="1700"/>
              <a:t>At exactly equal size the estimate is 62.4% but the interval [47.2, 72.0] includes chance: too few same-size pairs exist.</a:t>
            </a:r>
          </a:p>
          <a:p>
            <a:pPr/>
          </a:p>
          <a:p>
            <a:pPr/>
            <a:r>
              <a:rPr sz="2100" b="1">
                <a:solidFill>
                  <a:srgbClr val="B51F58"/>
                </a:solidFill>
              </a:rPr>
              <a:t>But it is concentrated, and we should say so</a:t>
            </a:r>
          </a:p>
          <a:p>
            <a:pPr lvl="1"/>
            <a:r>
              <a:rPr sz="1700"/>
              <a:t>Only PCSK9 (75.7%) is individually above chance. Cyclin A/B, JAK2, KRAS and MCL-1 all span 50% once intervals resample compounds rather than pairs.</a:t>
            </a:r>
          </a:p>
          <a:p>
            <a:pPr/>
          </a:p>
          <a:p>
            <a:pPr/>
            <a:r>
              <a:rPr sz="2100" b="1">
                <a:solidFill>
                  <a:srgbClr val="002A5C"/>
                </a:solidFill>
              </a:rPr>
              <a:t>So: a cheap triage filter with measurable but uneven skill — not a replacement for rigorous free-energy calculation.</a:t>
            </a:r>
          </a:p>
        </p:txBody>
      </p:sp>
      <p:sp>
        <p:nvSpPr>
          <p:cNvPr id="3" name="Title 2"/>
          <p:cNvSpPr>
            <a:spLocks noGrp="1"/>
          </p:cNvSpPr>
          <p:nvPr>
            <p:ph type="title"/>
          </p:nvPr>
        </p:nvSpPr>
        <p:spPr/>
        <p:txBody>
          <a:bodyPr/>
          <a:lstStyle/>
          <a:p>
            <a:r>
              <a:t>It works, modestly, and we can say exactly how much</a:t>
            </a:r>
          </a:p>
        </p:txBody>
      </p:sp>
      <p:sp>
        <p:nvSpPr>
          <p:cNvPr id="4" name="TextBox 3"/>
          <p:cNvSpPr txBox="1"/>
          <p:nvPr/>
        </p:nvSpPr>
        <p:spPr>
          <a:xfrm>
            <a:off x="7955279" y="1600200"/>
            <a:ext cx="2377440" cy="457200"/>
          </a:xfrm>
          <a:prstGeom prst="rect">
            <a:avLst/>
          </a:prstGeom>
          <a:noFill/>
        </p:spPr>
        <p:txBody>
          <a:bodyPr wrap="none">
            <a:spAutoFit/>
          </a:bodyPr>
          <a:lstStyle/>
          <a:p>
            <a:r>
              <a:rPr sz="2800" b="1">
                <a:solidFill>
                  <a:srgbClr val="B51F58"/>
                </a:solidFill>
                <a:latin typeface="Arial"/>
              </a:rPr>
              <a:t>62.4%</a:t>
            </a:r>
          </a:p>
        </p:txBody>
      </p:sp>
      <p:sp>
        <p:nvSpPr>
          <p:cNvPr id="5" name="TextBox 4"/>
          <p:cNvSpPr txBox="1"/>
          <p:nvPr/>
        </p:nvSpPr>
        <p:spPr>
          <a:xfrm>
            <a:off x="7955279" y="2039112"/>
            <a:ext cx="2377440" cy="548640"/>
          </a:xfrm>
          <a:prstGeom prst="rect">
            <a:avLst/>
          </a:prstGeom>
          <a:noFill/>
        </p:spPr>
        <p:txBody>
          <a:bodyPr wrap="square">
            <a:spAutoFit/>
          </a:bodyPr>
          <a:lstStyle/>
          <a:p>
            <a:r>
              <a:rPr sz="1150">
                <a:solidFill>
                  <a:srgbClr val="5E6873"/>
                </a:solidFill>
                <a:latin typeface="Arial"/>
              </a:rPr>
              <a:t>MM/PBSA, size-matched
95% CI [55.5, 68.9]</a:t>
            </a:r>
          </a:p>
        </p:txBody>
      </p:sp>
      <p:sp>
        <p:nvSpPr>
          <p:cNvPr id="6" name="TextBox 5"/>
          <p:cNvSpPr txBox="1"/>
          <p:nvPr/>
        </p:nvSpPr>
        <p:spPr>
          <a:xfrm>
            <a:off x="10149840" y="1600200"/>
            <a:ext cx="2377440" cy="457200"/>
          </a:xfrm>
          <a:prstGeom prst="rect">
            <a:avLst/>
          </a:prstGeom>
          <a:noFill/>
        </p:spPr>
        <p:txBody>
          <a:bodyPr wrap="none">
            <a:spAutoFit/>
          </a:bodyPr>
          <a:lstStyle/>
          <a:p>
            <a:r>
              <a:rPr sz="2800" b="1">
                <a:solidFill>
                  <a:srgbClr val="5E6873"/>
                </a:solidFill>
                <a:latin typeface="Arial"/>
              </a:rPr>
              <a:t>83.9%</a:t>
            </a:r>
          </a:p>
        </p:txBody>
      </p:sp>
      <p:sp>
        <p:nvSpPr>
          <p:cNvPr id="7" name="TextBox 6"/>
          <p:cNvSpPr txBox="1"/>
          <p:nvPr/>
        </p:nvSpPr>
        <p:spPr>
          <a:xfrm>
            <a:off x="10149840" y="2039112"/>
            <a:ext cx="2377440" cy="548640"/>
          </a:xfrm>
          <a:prstGeom prst="rect">
            <a:avLst/>
          </a:prstGeom>
          <a:noFill/>
        </p:spPr>
        <p:txBody>
          <a:bodyPr wrap="square">
            <a:spAutoFit/>
          </a:bodyPr>
          <a:lstStyle/>
          <a:p>
            <a:r>
              <a:rPr sz="1150">
                <a:solidFill>
                  <a:srgbClr val="5E6873"/>
                </a:solidFill>
                <a:latin typeface="Arial"/>
              </a:rPr>
              <a:t>FEP+, same pairs</a:t>
            </a:r>
          </a:p>
        </p:txBody>
      </p:sp>
      <p:sp>
        <p:nvSpPr>
          <p:cNvPr id="8" name="TextBox 7"/>
          <p:cNvSpPr txBox="1"/>
          <p:nvPr/>
        </p:nvSpPr>
        <p:spPr>
          <a:xfrm>
            <a:off x="7955279" y="3291840"/>
            <a:ext cx="2377440" cy="457200"/>
          </a:xfrm>
          <a:prstGeom prst="rect">
            <a:avLst/>
          </a:prstGeom>
          <a:noFill/>
        </p:spPr>
        <p:txBody>
          <a:bodyPr wrap="none">
            <a:spAutoFit/>
          </a:bodyPr>
          <a:lstStyle/>
          <a:p>
            <a:r>
              <a:rPr sz="2800" b="1">
                <a:solidFill>
                  <a:srgbClr val="002A5C"/>
                </a:solidFill>
                <a:latin typeface="Arial"/>
              </a:rPr>
              <a:t>1 of 5</a:t>
            </a:r>
          </a:p>
        </p:txBody>
      </p:sp>
      <p:sp>
        <p:nvSpPr>
          <p:cNvPr id="9" name="TextBox 8"/>
          <p:cNvSpPr txBox="1"/>
          <p:nvPr/>
        </p:nvSpPr>
        <p:spPr>
          <a:xfrm>
            <a:off x="7955279" y="3730752"/>
            <a:ext cx="2377440" cy="548640"/>
          </a:xfrm>
          <a:prstGeom prst="rect">
            <a:avLst/>
          </a:prstGeom>
          <a:noFill/>
        </p:spPr>
        <p:txBody>
          <a:bodyPr wrap="square">
            <a:spAutoFit/>
          </a:bodyPr>
          <a:lstStyle/>
          <a:p>
            <a:r>
              <a:rPr sz="1150">
                <a:solidFill>
                  <a:srgbClr val="5E6873"/>
                </a:solidFill>
                <a:latin typeface="Arial"/>
              </a:rPr>
              <a:t>proteins individually
above chance</a:t>
            </a:r>
          </a:p>
        </p:txBody>
      </p:sp>
      <p:sp>
        <p:nvSpPr>
          <p:cNvPr id="10" name="TextBox 9"/>
          <p:cNvSpPr txBox="1"/>
          <p:nvPr/>
        </p:nvSpPr>
        <p:spPr>
          <a:xfrm>
            <a:off x="10149840" y="3291840"/>
            <a:ext cx="2377440" cy="457200"/>
          </a:xfrm>
          <a:prstGeom prst="rect">
            <a:avLst/>
          </a:prstGeom>
          <a:noFill/>
        </p:spPr>
        <p:txBody>
          <a:bodyPr wrap="none">
            <a:spAutoFit/>
          </a:bodyPr>
          <a:lstStyle/>
          <a:p>
            <a:r>
              <a:rPr sz="2800" b="1">
                <a:solidFill>
                  <a:srgbClr val="002A5C"/>
                </a:solidFill>
                <a:latin typeface="Arial"/>
              </a:rPr>
              <a:t>~1000×</a:t>
            </a:r>
          </a:p>
        </p:txBody>
      </p:sp>
      <p:sp>
        <p:nvSpPr>
          <p:cNvPr id="11" name="TextBox 10"/>
          <p:cNvSpPr txBox="1"/>
          <p:nvPr/>
        </p:nvSpPr>
        <p:spPr>
          <a:xfrm>
            <a:off x="10149840" y="3730752"/>
            <a:ext cx="2377440" cy="548640"/>
          </a:xfrm>
          <a:prstGeom prst="rect">
            <a:avLst/>
          </a:prstGeom>
          <a:noFill/>
        </p:spPr>
        <p:txBody>
          <a:bodyPr wrap="square">
            <a:spAutoFit/>
          </a:bodyPr>
          <a:lstStyle/>
          <a:p>
            <a:r>
              <a:rPr sz="1150">
                <a:solidFill>
                  <a:srgbClr val="5E6873"/>
                </a:solidFill>
                <a:latin typeface="Arial"/>
              </a:rPr>
              <a:t>cheaper than FEP+</a:t>
            </a:r>
          </a:p>
        </p:txBody>
      </p:sp>
      <p:sp>
        <p:nvSpPr>
          <p:cNvPr id="12" name="TextBox 11"/>
          <p:cNvSpPr txBox="1"/>
          <p:nvPr/>
        </p:nvSpPr>
        <p:spPr>
          <a:xfrm>
            <a:off x="429768" y="6419088"/>
            <a:ext cx="11338560" cy="256032"/>
          </a:xfrm>
          <a:prstGeom prst="rect">
            <a:avLst/>
          </a:prstGeom>
          <a:noFill/>
        </p:spPr>
        <p:txBody>
          <a:bodyPr wrap="square">
            <a:spAutoFit/>
          </a:bodyPr>
          <a:lstStyle/>
          <a:p>
            <a:r>
              <a:rPr sz="800">
                <a:solidFill>
                  <a:srgbClr val="5E6873"/>
                </a:solidFill>
                <a:latin typeface="Arial"/>
              </a:rPr>
              <a:t>Macro average weights each protein equally. Bootstrap over proteins for the macro interval, over pairs within each protein.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429768" y="1051560"/>
            <a:ext cx="11247120" cy="5029200"/>
          </a:xfrm>
        </p:spPr>
        <p:txBody>
          <a:bodyPr wrap="square"/>
          <a:lstStyle/>
          <a:p>
            <a:pPr/>
            <a:r>
              <a:rPr sz="2100" b="1">
                <a:solidFill>
                  <a:srgbClr val="002A5C"/>
                </a:solidFill>
              </a:rPr>
              <a:t>The claim</a:t>
            </a:r>
          </a:p>
          <a:p>
            <a:pPr lvl="1"/>
            <a:r>
              <a:rPr sz="1600"/>
              <a:t>On the first published macrocyclic-peptide benchmark with measured affinities and a matched FEP+ reference, end-point MM/PBSA retains genuine size-independent ranking skill — 60% pairwise accuracy among identically sized peptides — at roughly a thousandth of the cost, with the skill concentrated in polar interfaces.</a:t>
            </a:r>
          </a:p>
          <a:p>
            <a:pPr/>
          </a:p>
          <a:p>
            <a:pPr/>
            <a:r>
              <a:rPr sz="2100" b="1">
                <a:solidFill>
                  <a:srgbClr val="B51F58"/>
                </a:solidFill>
              </a:rPr>
              <a:t>What we do not claim</a:t>
            </a:r>
          </a:p>
          <a:p>
            <a:pPr lvl="1"/>
            <a:r>
              <a:rPr sz="1600"/>
              <a:t>Not a predictor of binding constants. With entropy omitted the raw score sits 45–75 kcal/mol off experiment, and matching the experimental scale needs compounds already measured in that series.</a:t>
            </a:r>
          </a:p>
          <a:p>
            <a:pPr lvl="1"/>
            <a:r>
              <a:rPr sz="1600"/>
              <a:t>Not uniform across proteins. Three of five show no demonstrable size-free skill.</a:t>
            </a:r>
          </a:p>
          <a:p>
            <a:pPr/>
          </a:p>
          <a:p>
            <a:pPr/>
            <a:r>
              <a:rPr sz="2100" b="1">
                <a:solidFill>
                  <a:srgbClr val="002A5C"/>
                </a:solidFill>
              </a:rPr>
              <a:t>Why it is publishable</a:t>
            </a:r>
          </a:p>
          <a:p>
            <a:pPr lvl="1"/>
            <a:r>
              <a:rPr sz="1600"/>
              <a:t>The size-matched comparison is the control nobody runs, and it is the only way to show the physics is contributing rather than re-reading molecular weight. That framing, plus a matched FEP+ ceiling on the same compounds, is the contribution.</a:t>
            </a:r>
          </a:p>
        </p:txBody>
      </p:sp>
      <p:sp>
        <p:nvSpPr>
          <p:cNvPr id="3" name="Title 2"/>
          <p:cNvSpPr>
            <a:spLocks noGrp="1"/>
          </p:cNvSpPr>
          <p:nvPr>
            <p:ph type="title"/>
          </p:nvPr>
        </p:nvSpPr>
        <p:spPr/>
        <p:txBody>
          <a:bodyPr/>
          <a:lstStyle/>
          <a:p>
            <a:r>
              <a:t>What the paper claims — and what it deliberately does not</a:t>
            </a:r>
          </a:p>
        </p:txBody>
      </p:sp>
      <p:sp>
        <p:nvSpPr>
          <p:cNvPr id="4" name="TextBox 3"/>
          <p:cNvSpPr txBox="1"/>
          <p:nvPr/>
        </p:nvSpPr>
        <p:spPr>
          <a:xfrm>
            <a:off x="429768" y="6419088"/>
            <a:ext cx="11338560" cy="256032"/>
          </a:xfrm>
          <a:prstGeom prst="rect">
            <a:avLst/>
          </a:prstGeom>
          <a:noFill/>
        </p:spPr>
        <p:txBody>
          <a:bodyPr wrap="square">
            <a:spAutoFit/>
          </a:bodyPr>
          <a:lstStyle/>
          <a:p>
            <a:r>
              <a:rPr sz="800">
                <a:solidFill>
                  <a:srgbClr val="5E6873"/>
                </a:solidFill>
                <a:latin typeface="Arial"/>
              </a:rPr>
              <a:t>Cohort, protocol, and every statistic are reproducible from published data plus our deposited scripts.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429768" y="1051560"/>
            <a:ext cx="11247120" cy="5029200"/>
          </a:xfrm>
        </p:spPr>
        <p:txBody>
          <a:bodyPr wrap="square"/>
          <a:lstStyle/>
          <a:p>
            <a:pPr/>
            <a:r>
              <a:rPr sz="2100" b="1">
                <a:solidFill>
                  <a:srgbClr val="002A5C"/>
                </a:solidFill>
              </a:rPr>
              <a:t>Everything above is retrospective — compounds already measured by someone else</a:t>
            </a:r>
          </a:p>
          <a:p>
            <a:pPr lvl="1"/>
            <a:r>
              <a:rPr sz="1600"/>
              <a:t>The strongest version of this paper adds one forward test: rank a set of our designs before any measurement, then measure them.</a:t>
            </a:r>
          </a:p>
          <a:p>
            <a:pPr/>
          </a:p>
          <a:p>
            <a:pPr/>
            <a:r>
              <a:rPr sz="2100" b="1">
                <a:solidFill>
                  <a:srgbClr val="002A5C"/>
                </a:solidFill>
              </a:rPr>
              <a:t>What would make that test count</a:t>
            </a:r>
          </a:p>
          <a:p>
            <a:pPr lvl="1"/>
            <a:r>
              <a:rPr sz="1600"/>
              <a:t>Rankings registered and frozen before assay — no adjustment afterwards.</a:t>
            </a:r>
          </a:p>
          <a:p>
            <a:pPr lvl="1"/>
            <a:r>
              <a:rPr sz="1600"/>
              <a:t>Designs spanning the predicted range, not just the predicted winners, so the comparison has somewhere to fail.</a:t>
            </a:r>
          </a:p>
          <a:p>
            <a:pPr lvl="1"/>
            <a:r>
              <a:rPr sz="1600" b="1"/>
              <a:t>Ideally same-size analogues, which is the regime where we have shown the method has skill — single-residue swaps on a fixed scaffold are exactly that.</a:t>
            </a:r>
          </a:p>
          <a:p>
            <a:pPr/>
          </a:p>
          <a:p>
            <a:pPr/>
            <a:r>
              <a:rPr sz="2100" b="1">
                <a:solidFill>
                  <a:srgbClr val="B51F58"/>
                </a:solidFill>
              </a:rPr>
              <a:t>Roughly 8–12 compounds is enough to tell a real ranking from a coin flip.</a:t>
            </a:r>
          </a:p>
          <a:p>
            <a:pPr lvl="1"/>
            <a:r>
              <a:rPr sz="1600"/>
              <a:t>That is the experiment I would like your view on — which target, and what is realistic to measure.</a:t>
            </a:r>
          </a:p>
        </p:txBody>
      </p:sp>
      <p:sp>
        <p:nvSpPr>
          <p:cNvPr id="3" name="Title 2"/>
          <p:cNvSpPr>
            <a:spLocks noGrp="1"/>
          </p:cNvSpPr>
          <p:nvPr>
            <p:ph type="title"/>
          </p:nvPr>
        </p:nvSpPr>
        <p:spPr/>
        <p:txBody>
          <a:bodyPr/>
          <a:lstStyle/>
          <a:p>
            <a:r>
              <a:t>Next: a prospective test on one of our own targets</a:t>
            </a:r>
          </a:p>
        </p:txBody>
      </p:sp>
      <p:sp>
        <p:nvSpPr>
          <p:cNvPr id="4" name="TextBox 3"/>
          <p:cNvSpPr txBox="1"/>
          <p:nvPr/>
        </p:nvSpPr>
        <p:spPr>
          <a:xfrm>
            <a:off x="429768" y="6419088"/>
            <a:ext cx="11338560" cy="256032"/>
          </a:xfrm>
          <a:prstGeom prst="rect">
            <a:avLst/>
          </a:prstGeom>
          <a:noFill/>
        </p:spPr>
        <p:txBody>
          <a:bodyPr wrap="square">
            <a:spAutoFit/>
          </a:bodyPr>
          <a:lstStyle/>
          <a:p>
            <a:r>
              <a:rPr sz="800">
                <a:solidFill>
                  <a:srgbClr val="5E6873"/>
                </a:solidFill>
                <a:latin typeface="Arial"/>
              </a:rPr>
              <a:t>A frozen prospective prediction converts this from a benchmark study into a method validation, and it is the figure reviewers will look for first.</a:t>
            </a:r>
          </a:p>
        </p:txBody>
      </p:sp>
    </p:spTree>
  </p:cSld>
  <p:clrMapOvr>
    <a:masterClrMapping/>
  </p:clrMapOvr>
</p:sld>
</file>

<file path=ppt/theme/theme1.xml><?xml version="1.0" encoding="utf-8"?>
<a:theme xmlns:a="http://schemas.openxmlformats.org/drawingml/2006/main" name="Office Theme">
  <a:themeElements>
    <a:clrScheme name="LDFP Brand colour">
      <a:dk1>
        <a:srgbClr val="002A5C"/>
      </a:dk1>
      <a:lt1>
        <a:sysClr val="window" lastClr="FFFFFF"/>
      </a:lt1>
      <a:dk2>
        <a:srgbClr val="44546A"/>
      </a:dk2>
      <a:lt2>
        <a:srgbClr val="E7E6E6"/>
      </a:lt2>
      <a:accent1>
        <a:srgbClr val="78BE20"/>
      </a:accent1>
      <a:accent2>
        <a:srgbClr val="00B050"/>
      </a:accent2>
      <a:accent3>
        <a:srgbClr val="002A5C"/>
      </a:accent3>
      <a:accent4>
        <a:srgbClr val="00B2A9"/>
      </a:accent4>
      <a:accent5>
        <a:srgbClr val="4472C4"/>
      </a:accent5>
      <a:accent6>
        <a:srgbClr val="70AD47"/>
      </a:accent6>
      <a:hlink>
        <a:srgbClr val="0563C1"/>
      </a:hlink>
      <a:folHlink>
        <a:srgbClr val="008BB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D5EECE78E59AB449193DF187AA8E2D2" ma:contentTypeVersion="3" ma:contentTypeDescription="Create a new document." ma:contentTypeScope="" ma:versionID="182b50ef5a46a30a732807a91fc6aa19">
  <xsd:schema xmlns:xsd="http://www.w3.org/2001/XMLSchema" xmlns:xs="http://www.w3.org/2001/XMLSchema" xmlns:p="http://schemas.microsoft.com/office/2006/metadata/properties" xmlns:ns2="1b207e35-3816-4eba-8ae9-2ca686c301f7" targetNamespace="http://schemas.microsoft.com/office/2006/metadata/properties" ma:root="true" ma:fieldsID="5cc384e310b66937c8409774eb8311a7" ns2:_="">
    <xsd:import namespace="1b207e35-3816-4eba-8ae9-2ca686c301f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207e35-3816-4eba-8ae9-2ca686c301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36B5C9-4E17-4BAE-B171-43BB22C44AB5}">
  <ds:schemaRefs>
    <ds:schemaRef ds:uri="http://schemas.microsoft.com/sharepoint/v3/contenttype/forms"/>
  </ds:schemaRefs>
</ds:datastoreItem>
</file>

<file path=customXml/itemProps2.xml><?xml version="1.0" encoding="utf-8"?>
<ds:datastoreItem xmlns:ds="http://schemas.openxmlformats.org/officeDocument/2006/customXml" ds:itemID="{B73666C8-BEF0-4072-A870-D3A0730E8051}">
  <ds:schemaRefs>
    <ds:schemaRef ds:uri="http://schemas.microsoft.com/office/2006/documentManagement/types"/>
    <ds:schemaRef ds:uri="http://purl.org/dc/elements/1.1/"/>
    <ds:schemaRef ds:uri="http://www.w3.org/XML/1998/namespace"/>
    <ds:schemaRef ds:uri="5dcfa311-b81b-45fe-8968-9b8b66afe6f7"/>
    <ds:schemaRef ds:uri="http://purl.org/dc/dcmitype/"/>
    <ds:schemaRef ds:uri="http://schemas.openxmlformats.org/package/2006/metadata/core-properties"/>
    <ds:schemaRef ds:uri="2ed4c592-d080-4c25-8d42-09ce09efd8ec"/>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5F0973BC-2896-475D-A5B3-316D145F548A}"/>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emplate/>
  <TotalTime>27198</TotalTime>
  <Words>480</Words>
  <Application>Microsoft Office PowerPoint</Application>
  <PresentationFormat>Widescreen</PresentationFormat>
  <Paragraphs>73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Title</vt:lpstr>
      <vt:lpstr>AI / Machine Learning in Drug Discovery</vt:lpstr>
      <vt:lpstr>Enabling active learning for lorem ipsum</vt:lpstr>
      <vt:lpstr>Outline (helpful for viewer’s context throughout)</vt:lpstr>
      <vt:lpstr>Outline (Use the outline; gray out everything but upcoming topic)</vt:lpstr>
      <vt:lpstr>Slide title: must be a summary statement of slide content;  it is likely the only thing your audience reads</vt:lpstr>
      <vt:lpstr>Outline (Use the outline; gray out everything but upcoming topic)</vt:lpstr>
      <vt:lpstr>Slide title: must be the key summary or result of the slide;  it is likely the only thing your audience reads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Joseph Brown</dc:creator>
  <cp:lastModifiedBy>Joseph Brown</cp:lastModifiedBy>
  <cp:revision>90</cp:revision>
  <dcterms:created xsi:type="dcterms:W3CDTF">2020-05-04T13:46:42Z</dcterms:created>
  <dcterms:modified xsi:type="dcterms:W3CDTF">2026-06-12T17:00:41Z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0x010100BD5EECE78E59AB449193DF187AA8E2D2</vt:lpwstr>
  </property>
  <property fmtid="{D5CDD505-2E9C-101B-9397-08002B2CF9AE}" pid="3" name="MediaServiceImageTags">
    <vt:lpwstr/>
  </property>
</Properties>
</file>