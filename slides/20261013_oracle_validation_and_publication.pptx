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8242" r:id="rId5"/>
    <p:sldId id="8243" r:id="rId12"/>
    <p:sldId id="8244" r:id="rId11"/>
    <p:sldId id="8245" r:id="rId10"/>
    <p:sldId id="8246" r:id="rId9"/>
    <p:sldId id="8247" r:id="rId8"/>
    <p:sldId id="8248" r:id="rId7"/>
    <p:sldId id="8249" r:id="rId6"/>
    <p:sldId id="825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253BD1-850B-8C8B-0036-84C84FE9C711}" name="Krista Montgomery" initials="KM" userId="S::krista.montgomery@utoronto.ca::631471a3-54b9-4c5e-a639-0d8113d93f9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BAB"/>
    <a:srgbClr val="FF9393"/>
    <a:srgbClr val="002A5C"/>
    <a:srgbClr val="FFFFFF"/>
    <a:srgbClr val="008BB0"/>
    <a:srgbClr val="7BA4D9"/>
    <a:srgbClr val="FFD44F"/>
    <a:srgbClr val="E1D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F80C8-282F-4C8F-A768-D740DEC38066}" v="15" dt="2026-06-12T16:59:15.890"/>
  </p1510:revLst>
</p1510:revInfo>
</file>

<file path=ppt/tableStyles.xml><?xml version="1.0" encoding="utf-8"?>
<a:tblStyleLst xmlns:a="http://schemas.openxmlformats.org/drawingml/2006/main" def="{46F890A9-2807-4EBB-B81D-B2AA78EC7F3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6" autoAdjust="0"/>
    <p:restoredTop sz="87458" autoAdjust="0"/>
  </p:normalViewPr>
  <p:slideViewPr>
    <p:cSldViewPr snapToGrid="0">
      <p:cViewPr varScale="1">
        <p:scale>
          <a:sx n="114" d="100"/>
          <a:sy n="114" d="100"/>
        </p:scale>
        <p:origin x="919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microsoft.com/office/2018/10/relationships/authors" Target="authors.xml"/><Relationship Id="rId21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Brown" userId="dcce3c8a-f00b-4de5-aec9-67a3ef8d70bd" providerId="ADAL" clId="{FCF4514C-F1F6-49FC-814F-B0048FF0D2BC}"/>
    <pc:docChg chg="undo custSel addSld delSld modSld sldOrd modMainMaster">
      <pc:chgData name="Joseph Brown" userId="dcce3c8a-f00b-4de5-aec9-67a3ef8d70bd" providerId="ADAL" clId="{FCF4514C-F1F6-49FC-814F-B0048FF0D2BC}" dt="2026-06-12T17:00:31.901" v="3216" actId="20577"/>
      <pc:docMkLst>
        <pc:docMk/>
      </pc:docMkLst>
      <pc:sldChg chg="modSp del mod">
        <pc:chgData name="Joseph Brown" userId="dcce3c8a-f00b-4de5-aec9-67a3ef8d70bd" providerId="ADAL" clId="{FCF4514C-F1F6-49FC-814F-B0048FF0D2BC}" dt="2026-06-12T16:49:51.724" v="2454" actId="47"/>
        <pc:sldMkLst>
          <pc:docMk/>
          <pc:sldMk cId="2323605130" sldId="8237"/>
        </pc:sldMkLst>
        <pc:spChg chg="mod">
          <ac:chgData name="Joseph Brown" userId="dcce3c8a-f00b-4de5-aec9-67a3ef8d70bd" providerId="ADAL" clId="{FCF4514C-F1F6-49FC-814F-B0048FF0D2BC}" dt="2026-06-12T16:48:23.105" v="2423" actId="1076"/>
          <ac:spMkLst>
            <pc:docMk/>
            <pc:sldMk cId="2323605130" sldId="8237"/>
            <ac:spMk id="3" creationId="{DBED0D6F-165B-FB71-A0CD-16CCAF28458D}"/>
          </ac:spMkLst>
        </pc:spChg>
      </pc:sldChg>
      <pc:sldChg chg="addSp delSp modSp add mod">
        <pc:chgData name="Joseph Brown" userId="dcce3c8a-f00b-4de5-aec9-67a3ef8d70bd" providerId="ADAL" clId="{FCF4514C-F1F6-49FC-814F-B0048FF0D2BC}" dt="2026-06-12T16:41:29.046" v="2072" actId="21"/>
        <pc:sldMkLst>
          <pc:docMk/>
          <pc:sldMk cId="1254542930" sldId="8242"/>
        </pc:sldMkLst>
        <pc:spChg chg="add del mod">
          <ac:chgData name="Joseph Brown" userId="dcce3c8a-f00b-4de5-aec9-67a3ef8d70bd" providerId="ADAL" clId="{FCF4514C-F1F6-49FC-814F-B0048FF0D2BC}" dt="2026-06-12T16:41:29.046" v="2072" actId="21"/>
          <ac:spMkLst>
            <pc:docMk/>
            <pc:sldMk cId="1254542930" sldId="8242"/>
            <ac:spMk id="2" creationId="{C8D1AF8F-C390-B4B7-D5BA-BFEC94CACBAB}"/>
          </ac:spMkLst>
        </pc:spChg>
        <pc:spChg chg="mod">
          <ac:chgData name="Joseph Brown" userId="dcce3c8a-f00b-4de5-aec9-67a3ef8d70bd" providerId="ADAL" clId="{FCF4514C-F1F6-49FC-814F-B0048FF0D2BC}" dt="2026-06-12T16:40:09.956" v="1989" actId="20577"/>
          <ac:spMkLst>
            <pc:docMk/>
            <pc:sldMk cId="1254542930" sldId="8242"/>
            <ac:spMk id="4" creationId="{AD0D7930-0B33-CE14-FA49-29FCC9018A3F}"/>
          </ac:spMkLst>
        </pc:spChg>
        <pc:spChg chg="mod">
          <ac:chgData name="Joseph Brown" userId="dcce3c8a-f00b-4de5-aec9-67a3ef8d70bd" providerId="ADAL" clId="{FCF4514C-F1F6-49FC-814F-B0048FF0D2BC}" dt="2026-06-12T16:41:14.894" v="2061" actId="6549"/>
          <ac:spMkLst>
            <pc:docMk/>
            <pc:sldMk cId="1254542930" sldId="8242"/>
            <ac:spMk id="5" creationId="{D7C1E02F-FCC1-78A4-00A6-8BD0D4243D94}"/>
          </ac:spMkLst>
        </pc:spChg>
        <pc:picChg chg="mod">
          <ac:chgData name="Joseph Brown" userId="dcce3c8a-f00b-4de5-aec9-67a3ef8d70bd" providerId="ADAL" clId="{FCF4514C-F1F6-49FC-814F-B0048FF0D2BC}" dt="2026-05-21T15:33:23.941" v="514" actId="1035"/>
          <ac:picMkLst>
            <pc:docMk/>
            <pc:sldMk cId="1254542930" sldId="8242"/>
            <ac:picMk id="6" creationId="{892E5E24-7D31-AC0F-C006-BA1BF705B806}"/>
          </ac:picMkLst>
        </pc:picChg>
      </pc:sldChg>
      <pc:sldChg chg="modSp add mod modClrScheme chgLayout">
        <pc:chgData name="Joseph Brown" userId="dcce3c8a-f00b-4de5-aec9-67a3ef8d70bd" providerId="ADAL" clId="{FCF4514C-F1F6-49FC-814F-B0048FF0D2BC}" dt="2026-06-12T16:53:34.689" v="2670" actId="700"/>
        <pc:sldMkLst>
          <pc:docMk/>
          <pc:sldMk cId="704537458" sldId="8245"/>
        </pc:sldMkLst>
        <pc:spChg chg="mod ord">
          <ac:chgData name="Joseph Brown" userId="dcce3c8a-f00b-4de5-aec9-67a3ef8d70bd" providerId="ADAL" clId="{FCF4514C-F1F6-49FC-814F-B0048FF0D2BC}" dt="2026-06-12T16:53:34.689" v="2670" actId="700"/>
          <ac:spMkLst>
            <pc:docMk/>
            <pc:sldMk cId="704537458" sldId="8245"/>
            <ac:spMk id="2" creationId="{4C9A0E34-A4C9-71BE-42DB-538CD890FE55}"/>
          </ac:spMkLst>
        </pc:spChg>
        <pc:spChg chg="mod ord">
          <ac:chgData name="Joseph Brown" userId="dcce3c8a-f00b-4de5-aec9-67a3ef8d70bd" providerId="ADAL" clId="{FCF4514C-F1F6-49FC-814F-B0048FF0D2BC}" dt="2026-06-12T16:53:34.689" v="2670" actId="700"/>
          <ac:spMkLst>
            <pc:docMk/>
            <pc:sldMk cId="704537458" sldId="8245"/>
            <ac:spMk id="3" creationId="{21ADF945-0BE4-ABCD-0AD0-99F2822B9CAA}"/>
          </ac:spMkLst>
        </pc:spChg>
      </pc:sldChg>
      <pc:sldChg chg="modSp add mod ord">
        <pc:chgData name="Joseph Brown" userId="dcce3c8a-f00b-4de5-aec9-67a3ef8d70bd" providerId="ADAL" clId="{FCF4514C-F1F6-49FC-814F-B0048FF0D2BC}" dt="2026-06-12T16:53:10.714" v="2664" actId="20577"/>
        <pc:sldMkLst>
          <pc:docMk/>
          <pc:sldMk cId="1840552733" sldId="8246"/>
        </pc:sldMkLst>
        <pc:spChg chg="mod">
          <ac:chgData name="Joseph Brown" userId="dcce3c8a-f00b-4de5-aec9-67a3ef8d70bd" providerId="ADAL" clId="{FCF4514C-F1F6-49FC-814F-B0048FF0D2BC}" dt="2026-06-12T16:51:49.556" v="2553" actId="404"/>
          <ac:spMkLst>
            <pc:docMk/>
            <pc:sldMk cId="1840552733" sldId="8246"/>
            <ac:spMk id="2" creationId="{54FCA1FE-CE76-8A77-5020-8E497572E349}"/>
          </ac:spMkLst>
        </pc:spChg>
        <pc:spChg chg="mod">
          <ac:chgData name="Joseph Brown" userId="dcce3c8a-f00b-4de5-aec9-67a3ef8d70bd" providerId="ADAL" clId="{FCF4514C-F1F6-49FC-814F-B0048FF0D2BC}" dt="2026-06-12T16:53:10.714" v="2664" actId="20577"/>
          <ac:spMkLst>
            <pc:docMk/>
            <pc:sldMk cId="1840552733" sldId="8246"/>
            <ac:spMk id="3" creationId="{DDABDE31-44EC-2F20-002A-88B44134A3E4}"/>
          </ac:spMkLst>
        </pc:spChg>
      </pc:sldChg>
      <pc:sldChg chg="modSp add del mod">
        <pc:chgData name="Joseph Brown" userId="dcce3c8a-f00b-4de5-aec9-67a3ef8d70bd" providerId="ADAL" clId="{FCF4514C-F1F6-49FC-814F-B0048FF0D2BC}" dt="2026-06-12T16:50:16.460" v="2457" actId="47"/>
        <pc:sldMkLst>
          <pc:docMk/>
          <pc:sldMk cId="2342930709" sldId="8247"/>
        </pc:sldMkLst>
      </pc:sldChg>
      <pc:sldChg chg="addSp modSp add mod">
        <pc:chgData name="Joseph Brown" userId="dcce3c8a-f00b-4de5-aec9-67a3ef8d70bd" providerId="ADAL" clId="{FCF4514C-F1F6-49FC-814F-B0048FF0D2BC}" dt="2026-06-12T16:41:38.212" v="2079" actId="403"/>
        <pc:sldMkLst>
          <pc:docMk/>
          <pc:sldMk cId="36076223" sldId="8248"/>
        </pc:sldMkLst>
        <pc:spChg chg="add mod">
          <ac:chgData name="Joseph Brown" userId="dcce3c8a-f00b-4de5-aec9-67a3ef8d70bd" providerId="ADAL" clId="{FCF4514C-F1F6-49FC-814F-B0048FF0D2BC}" dt="2026-06-12T16:41:38.212" v="2079" actId="403"/>
          <ac:spMkLst>
            <pc:docMk/>
            <pc:sldMk cId="36076223" sldId="8248"/>
            <ac:spMk id="3" creationId="{A86A744D-4C64-DCFD-C031-4E9272EE55CE}"/>
          </ac:spMkLst>
        </pc:spChg>
      </pc:sldChg>
      <pc:sldChg chg="add del">
        <pc:chgData name="Joseph Brown" userId="dcce3c8a-f00b-4de5-aec9-67a3ef8d70bd" providerId="ADAL" clId="{FCF4514C-F1F6-49FC-814F-B0048FF0D2BC}" dt="2026-06-12T16:40:00.012" v="1982" actId="2890"/>
        <pc:sldMkLst>
          <pc:docMk/>
          <pc:sldMk cId="3439197256" sldId="8248"/>
        </pc:sldMkLst>
      </pc:sldChg>
      <pc:sldChg chg="modSp add mod">
        <pc:chgData name="Joseph Brown" userId="dcce3c8a-f00b-4de5-aec9-67a3ef8d70bd" providerId="ADAL" clId="{FCF4514C-F1F6-49FC-814F-B0048FF0D2BC}" dt="2026-06-12T16:47:28.781" v="2382"/>
        <pc:sldMkLst>
          <pc:docMk/>
          <pc:sldMk cId="2808742761" sldId="8249"/>
        </pc:sldMkLst>
        <pc:spChg chg="mod">
          <ac:chgData name="Joseph Brown" userId="dcce3c8a-f00b-4de5-aec9-67a3ef8d70bd" providerId="ADAL" clId="{FCF4514C-F1F6-49FC-814F-B0048FF0D2BC}" dt="2026-06-12T16:41:41.734" v="2082" actId="20577"/>
          <ac:spMkLst>
            <pc:docMk/>
            <pc:sldMk cId="2808742761" sldId="8249"/>
            <ac:spMk id="3" creationId="{BCBC5879-0F83-DA9B-0F25-D613E38949F5}"/>
          </ac:spMkLst>
        </pc:spChg>
        <pc:spChg chg="mod">
          <ac:chgData name="Joseph Brown" userId="dcce3c8a-f00b-4de5-aec9-67a3ef8d70bd" providerId="ADAL" clId="{FCF4514C-F1F6-49FC-814F-B0048FF0D2BC}" dt="2026-06-12T16:47:28.781" v="2382"/>
          <ac:spMkLst>
            <pc:docMk/>
            <pc:sldMk cId="2808742761" sldId="8249"/>
            <ac:spMk id="4" creationId="{44EF444A-91B1-5F77-039A-4FB8788F9235}"/>
          </ac:spMkLst>
        </pc:spChg>
        <pc:spChg chg="mod">
          <ac:chgData name="Joseph Brown" userId="dcce3c8a-f00b-4de5-aec9-67a3ef8d70bd" providerId="ADAL" clId="{FCF4514C-F1F6-49FC-814F-B0048FF0D2BC}" dt="2026-06-12T16:47:03.244" v="2381" actId="20577"/>
          <ac:spMkLst>
            <pc:docMk/>
            <pc:sldMk cId="2808742761" sldId="8249"/>
            <ac:spMk id="5" creationId="{E1EEAF4F-1BFE-8C5E-B9B4-BFC8D1A9BA99}"/>
          </ac:spMkLst>
        </pc:spChg>
      </pc:sldChg>
      <pc:sldChg chg="modSp add mod ord modClrScheme chgLayout">
        <pc:chgData name="Joseph Brown" userId="dcce3c8a-f00b-4de5-aec9-67a3ef8d70bd" providerId="ADAL" clId="{FCF4514C-F1F6-49FC-814F-B0048FF0D2BC}" dt="2026-06-12T16:53:31.923" v="2669" actId="700"/>
        <pc:sldMkLst>
          <pc:docMk/>
          <pc:sldMk cId="240819424" sldId="8250"/>
        </pc:sldMkLst>
        <pc:spChg chg="mod ord">
          <ac:chgData name="Joseph Brown" userId="dcce3c8a-f00b-4de5-aec9-67a3ef8d70bd" providerId="ADAL" clId="{FCF4514C-F1F6-49FC-814F-B0048FF0D2BC}" dt="2026-06-12T16:53:31.923" v="2669" actId="700"/>
          <ac:spMkLst>
            <pc:docMk/>
            <pc:sldMk cId="240819424" sldId="8250"/>
            <ac:spMk id="2" creationId="{8B3F4589-F9AC-115F-AF87-77C29CECF2D9}"/>
          </ac:spMkLst>
        </pc:spChg>
        <pc:spChg chg="mod ord">
          <ac:chgData name="Joseph Brown" userId="dcce3c8a-f00b-4de5-aec9-67a3ef8d70bd" providerId="ADAL" clId="{FCF4514C-F1F6-49FC-814F-B0048FF0D2BC}" dt="2026-06-12T16:53:31.923" v="2669" actId="700"/>
          <ac:spMkLst>
            <pc:docMk/>
            <pc:sldMk cId="240819424" sldId="8250"/>
            <ac:spMk id="3" creationId="{C05A6E1B-DC51-1AD0-0C31-218D45797514}"/>
          </ac:spMkLst>
        </pc:spChg>
      </pc:sldChg>
      <pc:sldChg chg="modSp add mod modClrScheme chgLayout">
        <pc:chgData name="Joseph Brown" userId="dcce3c8a-f00b-4de5-aec9-67a3ef8d70bd" providerId="ADAL" clId="{FCF4514C-F1F6-49FC-814F-B0048FF0D2BC}" dt="2026-06-12T16:53:37.319" v="2671" actId="700"/>
        <pc:sldMkLst>
          <pc:docMk/>
          <pc:sldMk cId="1131950381" sldId="8251"/>
        </pc:sldMkLst>
        <pc:spChg chg="mod ord">
          <ac:chgData name="Joseph Brown" userId="dcce3c8a-f00b-4de5-aec9-67a3ef8d70bd" providerId="ADAL" clId="{FCF4514C-F1F6-49FC-814F-B0048FF0D2BC}" dt="2026-06-12T16:53:37.319" v="2671" actId="700"/>
          <ac:spMkLst>
            <pc:docMk/>
            <pc:sldMk cId="1131950381" sldId="8251"/>
            <ac:spMk id="2" creationId="{41A682CD-6336-B83D-D96E-330D0D8F0C3B}"/>
          </ac:spMkLst>
        </pc:spChg>
        <pc:spChg chg="mod ord">
          <ac:chgData name="Joseph Brown" userId="dcce3c8a-f00b-4de5-aec9-67a3ef8d70bd" providerId="ADAL" clId="{FCF4514C-F1F6-49FC-814F-B0048FF0D2BC}" dt="2026-06-12T16:53:37.319" v="2671" actId="700"/>
          <ac:spMkLst>
            <pc:docMk/>
            <pc:sldMk cId="1131950381" sldId="8251"/>
            <ac:spMk id="3" creationId="{3F96BBAC-EB1B-EA39-62B0-DEC7FB96F19F}"/>
          </ac:spMkLst>
        </pc:spChg>
      </pc:sldChg>
      <pc:sldChg chg="modSp add mod ord">
        <pc:chgData name="Joseph Brown" userId="dcce3c8a-f00b-4de5-aec9-67a3ef8d70bd" providerId="ADAL" clId="{FCF4514C-F1F6-49FC-814F-B0048FF0D2BC}" dt="2026-06-12T17:00:31.901" v="3216" actId="20577"/>
        <pc:sldMkLst>
          <pc:docMk/>
          <pc:sldMk cId="280730466" sldId="8252"/>
        </pc:sldMkLst>
        <pc:spChg chg="mod">
          <ac:chgData name="Joseph Brown" userId="dcce3c8a-f00b-4de5-aec9-67a3ef8d70bd" providerId="ADAL" clId="{FCF4514C-F1F6-49FC-814F-B0048FF0D2BC}" dt="2026-06-12T16:57:21.839" v="2933" actId="20577"/>
          <ac:spMkLst>
            <pc:docMk/>
            <pc:sldMk cId="280730466" sldId="8252"/>
            <ac:spMk id="2" creationId="{937925B0-E056-0D8E-39D7-9F8EB774D81F}"/>
          </ac:spMkLst>
        </pc:spChg>
        <pc:spChg chg="mod">
          <ac:chgData name="Joseph Brown" userId="dcce3c8a-f00b-4de5-aec9-67a3ef8d70bd" providerId="ADAL" clId="{FCF4514C-F1F6-49FC-814F-B0048FF0D2BC}" dt="2026-06-12T17:00:31.901" v="3216" actId="20577"/>
          <ac:spMkLst>
            <pc:docMk/>
            <pc:sldMk cId="280730466" sldId="8252"/>
            <ac:spMk id="3" creationId="{F4CB6228-A4DF-6CAB-932F-AD29EBE332CF}"/>
          </ac:spMkLst>
        </pc:spChg>
      </pc:sldChg>
      <pc:sldChg chg="addSp delSp modSp new del mod modClrScheme chgLayout">
        <pc:chgData name="Joseph Brown" userId="dcce3c8a-f00b-4de5-aec9-67a3ef8d70bd" providerId="ADAL" clId="{FCF4514C-F1F6-49FC-814F-B0048FF0D2BC}" dt="2026-06-12T16:51:00.894" v="2538" actId="47"/>
        <pc:sldMkLst>
          <pc:docMk/>
          <pc:sldMk cId="1264953721" sldId="8252"/>
        </pc:sldMkLst>
        <pc:spChg chg="del mod ord">
          <ac:chgData name="Joseph Brown" userId="dcce3c8a-f00b-4de5-aec9-67a3ef8d70bd" providerId="ADAL" clId="{FCF4514C-F1F6-49FC-814F-B0048FF0D2BC}" dt="2026-06-12T16:50:36.161" v="2497" actId="700"/>
          <ac:spMkLst>
            <pc:docMk/>
            <pc:sldMk cId="1264953721" sldId="8252"/>
            <ac:spMk id="2" creationId="{DD17A65A-D434-D7EE-D7B7-5157D4A73979}"/>
          </ac:spMkLst>
        </pc:spChg>
        <pc:spChg chg="mod ord">
          <ac:chgData name="Joseph Brown" userId="dcce3c8a-f00b-4de5-aec9-67a3ef8d70bd" providerId="ADAL" clId="{FCF4514C-F1F6-49FC-814F-B0048FF0D2BC}" dt="2026-06-12T16:50:54.410" v="2535" actId="20577"/>
          <ac:spMkLst>
            <pc:docMk/>
            <pc:sldMk cId="1264953721" sldId="8252"/>
            <ac:spMk id="3" creationId="{2A686A7E-36E7-CEA0-6291-5591BDD6BA3D}"/>
          </ac:spMkLst>
        </pc:spChg>
        <pc:spChg chg="add mod ord">
          <ac:chgData name="Joseph Brown" userId="dcce3c8a-f00b-4de5-aec9-67a3ef8d70bd" providerId="ADAL" clId="{FCF4514C-F1F6-49FC-814F-B0048FF0D2BC}" dt="2026-06-12T16:50:36.161" v="2497" actId="700"/>
          <ac:spMkLst>
            <pc:docMk/>
            <pc:sldMk cId="1264953721" sldId="8252"/>
            <ac:spMk id="4" creationId="{DFDDB201-1BA1-9471-BE11-D448445F6B47}"/>
          </ac:spMkLst>
        </pc:spChg>
      </pc:sldChg>
      <pc:sldMasterChg chg="modSp mod addSldLayout modSldLayout">
        <pc:chgData name="Joseph Brown" userId="dcce3c8a-f00b-4de5-aec9-67a3ef8d70bd" providerId="ADAL" clId="{FCF4514C-F1F6-49FC-814F-B0048FF0D2BC}" dt="2026-06-12T16:52:12.758" v="2558" actId="1036"/>
        <pc:sldMasterMkLst>
          <pc:docMk/>
          <pc:sldMasterMk cId="3589675806" sldId="2147483648"/>
        </pc:sldMasterMkLst>
        <pc:spChg chg="mod">
          <ac:chgData name="Joseph Brown" userId="dcce3c8a-f00b-4de5-aec9-67a3ef8d70bd" providerId="ADAL" clId="{FCF4514C-F1F6-49FC-814F-B0048FF0D2BC}" dt="2026-06-12T16:51:30.376" v="2547" actId="404"/>
          <ac:spMkLst>
            <pc:docMk/>
            <pc:sldMasterMk cId="3589675806" sldId="2147483648"/>
            <ac:spMk id="2" creationId="{00000000-0000-0000-0000-000000000000}"/>
          </ac:spMkLst>
        </pc:spChg>
        <pc:spChg chg="mod">
          <ac:chgData name="Joseph Brown" userId="dcce3c8a-f00b-4de5-aec9-67a3ef8d70bd" providerId="ADAL" clId="{FCF4514C-F1F6-49FC-814F-B0048FF0D2BC}" dt="2026-05-21T15:12:20.741" v="18" actId="14100"/>
          <ac:spMkLst>
            <pc:docMk/>
            <pc:sldMasterMk cId="3589675806" sldId="2147483648"/>
            <ac:spMk id="3" creationId="{00000000-0000-0000-0000-000000000000}"/>
          </ac:spMkLst>
        </pc:spChg>
        <pc:sldLayoutChg chg="modSp mod">
          <pc:chgData name="Joseph Brown" userId="dcce3c8a-f00b-4de5-aec9-67a3ef8d70bd" providerId="ADAL" clId="{FCF4514C-F1F6-49FC-814F-B0048FF0D2BC}" dt="2026-05-21T15:44:16.025" v="984" actId="404"/>
          <pc:sldLayoutMkLst>
            <pc:docMk/>
            <pc:sldMasterMk cId="3589675806" sldId="2147483648"/>
            <pc:sldLayoutMk cId="2172709894" sldId="2147483649"/>
          </pc:sldLayoutMkLst>
          <pc:spChg chg="mod">
            <ac:chgData name="Joseph Brown" userId="dcce3c8a-f00b-4de5-aec9-67a3ef8d70bd" providerId="ADAL" clId="{FCF4514C-F1F6-49FC-814F-B0048FF0D2BC}" dt="2026-05-21T15:44:16.025" v="984" actId="404"/>
            <ac:spMkLst>
              <pc:docMk/>
              <pc:sldMasterMk cId="3589675806" sldId="2147483648"/>
              <pc:sldLayoutMk cId="2172709894" sldId="2147483649"/>
              <ac:spMk id="2" creationId="{00000000-0000-0000-0000-000000000000}"/>
            </ac:spMkLst>
          </pc:spChg>
          <pc:spChg chg="mod">
            <ac:chgData name="Joseph Brown" userId="dcce3c8a-f00b-4de5-aec9-67a3ef8d70bd" providerId="ADAL" clId="{FCF4514C-F1F6-49FC-814F-B0048FF0D2BC}" dt="2026-05-21T15:32:53.984" v="509" actId="14100"/>
            <ac:spMkLst>
              <pc:docMk/>
              <pc:sldMasterMk cId="3589675806" sldId="2147483648"/>
              <pc:sldLayoutMk cId="2172709894" sldId="2147483649"/>
              <ac:spMk id="3" creationId="{00000000-0000-0000-0000-000000000000}"/>
            </ac:spMkLst>
          </pc:spChg>
        </pc:sldLayoutChg>
        <pc:sldLayoutChg chg="addSp delSp modSp mod">
          <pc:chgData name="Joseph Brown" userId="dcce3c8a-f00b-4de5-aec9-67a3ef8d70bd" providerId="ADAL" clId="{FCF4514C-F1F6-49FC-814F-B0048FF0D2BC}" dt="2026-06-12T16:52:06.742" v="2554" actId="1076"/>
          <pc:sldLayoutMkLst>
            <pc:docMk/>
            <pc:sldMasterMk cId="3589675806" sldId="2147483648"/>
            <pc:sldLayoutMk cId="990855313" sldId="2147483650"/>
          </pc:sldLayoutMkLst>
          <pc:spChg chg="mod">
            <ac:chgData name="Joseph Brown" userId="dcce3c8a-f00b-4de5-aec9-67a3ef8d70bd" providerId="ADAL" clId="{FCF4514C-F1F6-49FC-814F-B0048FF0D2BC}" dt="2026-06-12T16:52:06.742" v="2554" actId="1076"/>
            <ac:spMkLst>
              <pc:docMk/>
              <pc:sldMasterMk cId="3589675806" sldId="2147483648"/>
              <pc:sldLayoutMk cId="990855313" sldId="2147483650"/>
              <ac:spMk id="3" creationId="{00000000-0000-0000-0000-000000000000}"/>
            </ac:spMkLst>
          </pc:spChg>
          <pc:spChg chg="add mod">
            <ac:chgData name="Joseph Brown" userId="dcce3c8a-f00b-4de5-aec9-67a3ef8d70bd" providerId="ADAL" clId="{FCF4514C-F1F6-49FC-814F-B0048FF0D2BC}" dt="2026-05-21T15:44:39.441" v="990"/>
            <ac:spMkLst>
              <pc:docMk/>
              <pc:sldMasterMk cId="3589675806" sldId="2147483648"/>
              <pc:sldLayoutMk cId="990855313" sldId="2147483650"/>
              <ac:spMk id="4" creationId="{66B35C9B-1C0C-76AB-A5CF-6A34F226119F}"/>
            </ac:spMkLst>
          </pc:spChg>
        </pc:sldLayoutChg>
        <pc:sldLayoutChg chg="addSp delSp modSp mod">
          <pc:chgData name="Joseph Brown" userId="dcce3c8a-f00b-4de5-aec9-67a3ef8d70bd" providerId="ADAL" clId="{FCF4514C-F1F6-49FC-814F-B0048FF0D2BC}" dt="2026-06-12T16:52:12.758" v="2558" actId="1036"/>
          <pc:sldLayoutMkLst>
            <pc:docMk/>
            <pc:sldMasterMk cId="3589675806" sldId="2147483648"/>
            <pc:sldLayoutMk cId="3047714484" sldId="2147483660"/>
          </pc:sldLayoutMkLst>
          <pc:spChg chg="add mod">
            <ac:chgData name="Joseph Brown" userId="dcce3c8a-f00b-4de5-aec9-67a3ef8d70bd" providerId="ADAL" clId="{FCF4514C-F1F6-49FC-814F-B0048FF0D2BC}" dt="2026-05-21T15:44:44.471" v="992"/>
            <ac:spMkLst>
              <pc:docMk/>
              <pc:sldMasterMk cId="3589675806" sldId="2147483648"/>
              <pc:sldLayoutMk cId="3047714484" sldId="2147483660"/>
              <ac:spMk id="3" creationId="{66669950-2142-9071-0302-D0C4C972DAFC}"/>
            </ac:spMkLst>
          </pc:spChg>
          <pc:spChg chg="mod">
            <ac:chgData name="Joseph Brown" userId="dcce3c8a-f00b-4de5-aec9-67a3ef8d70bd" providerId="ADAL" clId="{FCF4514C-F1F6-49FC-814F-B0048FF0D2BC}" dt="2026-06-12T16:52:12.758" v="2558" actId="1036"/>
            <ac:spMkLst>
              <pc:docMk/>
              <pc:sldMasterMk cId="3589675806" sldId="2147483648"/>
              <pc:sldLayoutMk cId="3047714484" sldId="2147483660"/>
              <ac:spMk id="8" creationId="{E9382065-22E5-4BF2-AB90-26509C740607}"/>
            </ac:spMkLst>
          </pc:spChg>
        </pc:sldLayoutChg>
        <pc:sldLayoutChg chg="addSp delSp modSp add mod modTransition setBg">
          <pc:chgData name="Joseph Brown" userId="dcce3c8a-f00b-4de5-aec9-67a3ef8d70bd" providerId="ADAL" clId="{FCF4514C-F1F6-49FC-814F-B0048FF0D2BC}" dt="2026-05-21T15:13:15.156" v="23"/>
          <pc:sldLayoutMkLst>
            <pc:docMk/>
            <pc:sldMasterMk cId="3589675806" sldId="2147483648"/>
            <pc:sldLayoutMk cId="1622540442" sldId="2147483661"/>
          </pc:sldLayoutMkLst>
          <pc:spChg chg="add mod">
            <ac:chgData name="Joseph Brown" userId="dcce3c8a-f00b-4de5-aec9-67a3ef8d70bd" providerId="ADAL" clId="{FCF4514C-F1F6-49FC-814F-B0048FF0D2BC}" dt="2026-05-21T15:13:15.156" v="23"/>
            <ac:spMkLst>
              <pc:docMk/>
              <pc:sldMasterMk cId="3589675806" sldId="2147483648"/>
              <pc:sldLayoutMk cId="1622540442" sldId="2147483661"/>
              <ac:spMk id="5" creationId="{AF2FC467-C44D-E071-2B3F-BCA7CD723A14}"/>
            </ac:spMkLst>
          </pc:spChg>
          <pc:spChg chg="add mod">
            <ac:chgData name="Joseph Brown" userId="dcce3c8a-f00b-4de5-aec9-67a3ef8d70bd" providerId="ADAL" clId="{FCF4514C-F1F6-49FC-814F-B0048FF0D2BC}" dt="2026-05-21T15:13:15.156" v="23"/>
            <ac:spMkLst>
              <pc:docMk/>
              <pc:sldMasterMk cId="3589675806" sldId="2147483648"/>
              <pc:sldLayoutMk cId="1622540442" sldId="2147483661"/>
              <ac:spMk id="6" creationId="{DE09B707-E240-87B2-BE56-C4AEB90B08C3}"/>
            </ac:spMkLst>
          </pc:spChg>
          <pc:picChg chg="add mod">
            <ac:chgData name="Joseph Brown" userId="dcce3c8a-f00b-4de5-aec9-67a3ef8d70bd" providerId="ADAL" clId="{FCF4514C-F1F6-49FC-814F-B0048FF0D2BC}" dt="2026-05-21T15:12:59.275" v="21"/>
            <ac:picMkLst>
              <pc:docMk/>
              <pc:sldMasterMk cId="3589675806" sldId="2147483648"/>
              <pc:sldLayoutMk cId="1622540442" sldId="2147483661"/>
              <ac:picMk id="4" creationId="{31203DC4-C2CC-2B6F-2F18-84297E4668EE}"/>
            </ac:picMkLst>
          </pc:pic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06BE5-6756-4BFA-8CF3-CA999E57E603}" type="datetimeFigureOut">
              <a:rPr lang="en-CA" smtClean="0"/>
              <a:t>2026-06-12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9DD1B-7F70-436B-969A-FF553691D7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7842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41592"/>
            <a:ext cx="1143595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829192"/>
            <a:ext cx="11435952" cy="2343007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7270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567" y="1098645"/>
            <a:ext cx="11412866" cy="4984906"/>
          </a:xfrm>
        </p:spPr>
        <p:txBody>
          <a:bodyPr/>
          <a:lstStyle>
            <a:lvl1pPr>
              <a:buClr>
                <a:srgbClr val="008BB0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8BB0"/>
              </a:buClr>
              <a:defRPr/>
            </a:lvl2pPr>
            <a:lvl3pPr>
              <a:buClr>
                <a:srgbClr val="008BB0"/>
              </a:buClr>
              <a:defRPr/>
            </a:lvl3pPr>
            <a:lvl4pPr>
              <a:buClr>
                <a:srgbClr val="008BB0"/>
              </a:buClr>
              <a:defRPr/>
            </a:lvl4pPr>
            <a:lvl5pPr>
              <a:buClr>
                <a:srgbClr val="008BB0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B35C9B-1C0C-76AB-A5CF-6A34F2261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085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31203DC4-C2CC-2B6F-2F18-84297E4668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755" y="6237170"/>
            <a:ext cx="2717938" cy="56179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F2FC467-C44D-E071-2B3F-BCA7CD723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408" y="1441592"/>
            <a:ext cx="11777184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E09B707-E240-87B2-BE56-C4AEB90B0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408" y="3921267"/>
            <a:ext cx="11777184" cy="165576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2254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E664393-8F6A-48DE-B9DC-0E942D0217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755" y="6237170"/>
            <a:ext cx="2717938" cy="56179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382065-22E5-4BF2-AB90-26509C740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45" y="1102204"/>
            <a:ext cx="11333510" cy="4994416"/>
          </a:xfrm>
        </p:spPr>
        <p:txBody>
          <a:bodyPr/>
          <a:lstStyle>
            <a:lvl1pPr>
              <a:buClr>
                <a:srgbClr val="008BB0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8BB0"/>
              </a:buClr>
              <a:defRPr/>
            </a:lvl2pPr>
            <a:lvl3pPr>
              <a:buClr>
                <a:srgbClr val="008BB0"/>
              </a:buClr>
              <a:defRPr/>
            </a:lvl3pPr>
            <a:lvl4pPr>
              <a:buClr>
                <a:srgbClr val="008BB0"/>
              </a:buClr>
              <a:defRPr/>
            </a:lvl4pPr>
            <a:lvl5pPr>
              <a:buClr>
                <a:srgbClr val="008BB0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669950-2142-9071-0302-D0C4C972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77144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978" y="1052893"/>
            <a:ext cx="11402044" cy="5158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8967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none" baseline="0">
          <a:solidFill>
            <a:srgbClr val="002A5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rgbClr val="008BB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9017-9AB7-A84B-1F1B-BE88D748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D7930-0B33-CE14-FA49-29FCC9018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92110"/>
            <a:ext cx="11435952" cy="2387600"/>
          </a:xfrm>
        </p:spPr>
        <p:txBody>
          <a:bodyPr>
            <a:normAutofit/>
          </a:bodyPr>
          <a:lstStyle/>
          <a:p>
            <a:r>
              <a:t>What the MM/PBSA oracle actually predicts — and what we can publish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7C1E02F-FCC1-78A4-00A6-8BD0D4243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479710"/>
            <a:ext cx="11435952" cy="2343007"/>
          </a:xfrm>
        </p:spPr>
        <p:txBody>
          <a:bodyPr>
            <a:normAutofit/>
          </a:bodyPr>
          <a:lstStyle/>
          <a:p>
            <a:r>
              <a:rPr sz="2000" b="0">
                <a:latin typeface="Arial"/>
              </a:rPr>
              <a:t>Project review</a:t>
            </a:r>
            <a:br/>
            <a:r>
              <a:rPr sz="2000" b="0">
                <a:latin typeface="Arial"/>
              </a:rPr>
              <a:t>October 2026</a:t>
            </a:r>
          </a:p>
          <a:p>
            <a:r>
              <a:rPr sz="2000" b="1">
                <a:latin typeface="Arial"/>
              </a:rPr>
              <a:t>Carlos Liu</a:t>
            </a:r>
            <a:br/>
            <a:r>
              <a:rPr sz="2000" b="0">
                <a:latin typeface="Arial"/>
              </a:rPr>
              <a:t>PhD Student, Leslie Dan Faculty of Pharmacy</a:t>
            </a:r>
            <a:br/>
            <a:r>
              <a:rPr sz="2000" b="0">
                <a:latin typeface="Arial"/>
              </a:rPr>
              <a:t>Supervisor: Joseph S Brown</a:t>
            </a:r>
            <a:br/>
            <a:r>
              <a:rPr sz="2000" b="0">
                <a:latin typeface="Arial"/>
              </a:rPr>
              <a:t>University of Toronto</a:t>
            </a:r>
          </a:p>
        </p:txBody>
      </p:sp>
      <p:pic>
        <p:nvPicPr>
          <p:cNvPr id="6" name="Picture 2" descr="4134 - Acceleration Consortium Training Lab Design Project | School of  Continuing Studies - University of Toronto">
            <a:extLst>
              <a:ext uri="{FF2B5EF4-FFF2-40B4-BE49-F238E27FC236}">
                <a16:creationId xmlns:a16="http://schemas.microsoft.com/office/drawing/2014/main" id="{892E5E24-7D31-AC0F-C006-BA1BF705B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101" y="5563956"/>
            <a:ext cx="1917899" cy="73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54293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768" y="1051560"/>
            <a:ext cx="6766560" cy="4937760"/>
          </a:xfrm>
        </p:spPr>
        <p:txBody>
          <a:bodyPr wrap="square"/>
          <a:lstStyle/>
          <a:p>
            <a:pPr/>
            <a:r>
              <a:rPr sz="2000" b="1">
                <a:solidFill>
                  <a:srgbClr val="002A5C"/>
                </a:solidFill>
              </a:rPr>
              <a:t>The parity figure's “R =” box is a correlation, not a coefficient of determination</a:t>
            </a:r>
          </a:p>
          <a:p>
            <a:pPr lvl="1"/>
            <a:r>
              <a:rPr sz="1700"/>
              <a:t>Per target: 0.609, 0.588, 0.300, 0.693, 0.551</a:t>
            </a:r>
          </a:p>
          <a:p>
            <a:pPr lvl="1"/>
            <a:r>
              <a:rPr sz="1700" b="1"/>
              <a:t>Mean Pearson r = 0.548  →  R² = 0.318</a:t>
            </a:r>
          </a:p>
          <a:p>
            <a:pPr lvl="1"/>
            <a:r>
              <a:rPr sz="1700"/>
              <a:t>Mean Spearman ρ = 0.545</a:t>
            </a:r>
          </a:p>
          <a:p>
            <a:pPr/>
          </a:p>
          <a:p>
            <a:pPr/>
            <a:r>
              <a:rPr sz="2000" b="1">
                <a:solidFill>
                  <a:srgbClr val="002A5C"/>
                </a:solidFill>
              </a:rPr>
              <a:t>For comparison, the FEP+ values published with the same compounds</a:t>
            </a:r>
          </a:p>
          <a:p>
            <a:pPr lvl="1"/>
            <a:r>
              <a:rPr sz="1700"/>
              <a:t>Pearson r = 0.845  →  R² = 0.719</a:t>
            </a:r>
          </a:p>
          <a:p>
            <a:pPr/>
          </a:p>
          <a:p>
            <a:pPr/>
            <a:r>
              <a:rPr sz="2000" b="1">
                <a:solidFill>
                  <a:srgbClr val="B51F58"/>
                </a:solidFill>
              </a:rPr>
              <a:t>Worth fixing now rather than in review — it is a two-fold difference in how the result reads.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correction: the 0.6 is Pearson r, not 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417320"/>
            <a:ext cx="2194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2A5C"/>
                </a:solidFill>
                <a:latin typeface="Arial"/>
              </a:rPr>
              <a:t>0.55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E6873"/>
                </a:solidFill>
                <a:latin typeface="Arial"/>
              </a:rPr>
              <a:t>mean Pearson r, MM/PBSA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17320"/>
            <a:ext cx="2194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2A5C"/>
                </a:solidFill>
                <a:latin typeface="Arial"/>
              </a:rPr>
              <a:t>0.32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E6873"/>
                </a:solidFill>
                <a:latin typeface="Arial"/>
              </a:rPr>
              <a:t>mean R², MM/PBSA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971800"/>
            <a:ext cx="2194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E6873"/>
                </a:solidFill>
                <a:latin typeface="Arial"/>
              </a:rPr>
              <a:t>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E6873"/>
                </a:solidFill>
                <a:latin typeface="Arial"/>
              </a:rPr>
              <a:t>mean Pearson r, FEP+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971800"/>
            <a:ext cx="2194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E6873"/>
                </a:solidFill>
                <a:latin typeface="Arial"/>
              </a:rPr>
              <a:t>0.72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E6873"/>
                </a:solidFill>
                <a:latin typeface="Arial"/>
              </a:rPr>
              <a:t>mean R², FEP+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64190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5E6873"/>
                </a:solidFill>
                <a:latin typeface="Arial"/>
              </a:rPr>
              <a:t>Per-family statistics: grand_results/zha25_fepplus_perfamily_parity_stats.csv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768" y="1051560"/>
            <a:ext cx="11247120" cy="4937760"/>
          </a:xfrm>
        </p:spPr>
        <p:txBody>
          <a:bodyPr wrap="square"/>
          <a:lstStyle/>
          <a:p>
            <a:pPr/>
            <a:r>
              <a:rPr sz="2000" b="1">
                <a:solidFill>
                  <a:srgbClr val="002A5C"/>
                </a:solidFill>
              </a:rPr>
              <a:t>A replication of Zhao et al. 2025, not a new method</a:t>
            </a:r>
          </a:p>
          <a:p>
            <a:pPr lvl="1"/>
            <a:r>
              <a:rPr sz="1700"/>
              <a:t>Fine-tuned MM/PBSA for protein–cyclic-peptide complexes: energy-minimise once, score that single structure. Not an MD ensemble — that is their design, not our shortcut.</a:t>
            </a:r>
          </a:p>
          <a:p>
            <a:pPr lvl="1"/>
            <a:r>
              <a:rPr sz="1700"/>
              <a:t>ff03 protein, GAFF2 + AM1-BCC ligand, PB with interior dielectric 2, LCPO nonpolar, no entropy term.</a:t>
            </a:r>
          </a:p>
          <a:p>
            <a:pPr/>
          </a:p>
          <a:p>
            <a:pPr/>
            <a:r>
              <a:rPr sz="2000" b="1">
                <a:solidFill>
                  <a:srgbClr val="002A5C"/>
                </a:solidFill>
              </a:rPr>
              <a:t>Because entropy is omitted, the raw score is not a free energy</a:t>
            </a:r>
          </a:p>
          <a:p>
            <a:pPr lvl="1"/>
            <a:r>
              <a:rPr sz="1700"/>
              <a:t>It sits 45–75 kcal/mol below experimental ΔG, and the per-target fitted slope is 0.10–0.21 — ΔΔG spread inflated five- to tenfold.</a:t>
            </a:r>
          </a:p>
          <a:p>
            <a:pPr lvl="1"/>
            <a:r>
              <a:rPr sz="1700"/>
              <a:t>The 1.11 kcal/mol accuracy figure is achievable only after fitting slope and intercept within a target, which needs measured compounds in that series. It is not a prospective accuracy.</a:t>
            </a:r>
          </a:p>
          <a:p>
            <a:pPr/>
          </a:p>
          <a:p>
            <a:pPr/>
            <a:r>
              <a:rPr sz="2000" b="1">
                <a:solidFill>
                  <a:srgbClr val="B51F58"/>
                </a:solidFill>
              </a:rPr>
              <a:t>So the honest framing is a ranking device, not a predictor of affinity.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oracle is: one minimised structure, scored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4190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5E6873"/>
                </a:solidFill>
                <a:latin typeface="Arial"/>
              </a:rPr>
              <a:t>Zhao H, Huang J, Weng G, Jiang D, Hu R, Kang Y, Hou T. Briefings in Bioinformatics 2025;26(6):bbaf632. doi:10.1093/bib/bbaf632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768" y="1051560"/>
            <a:ext cx="4846320" cy="4937760"/>
          </a:xfrm>
        </p:spPr>
        <p:txBody>
          <a:bodyPr wrap="square"/>
          <a:lstStyle/>
          <a:p>
            <a:pPr/>
            <a:r>
              <a:rPr sz="1900" b="1">
                <a:solidFill>
                  <a:srgbClr val="002A5C"/>
                </a:solidFill>
              </a:rPr>
              <a:t>Five targets, one published source</a:t>
            </a:r>
          </a:p>
          <a:p>
            <a:pPr lvl="1"/>
            <a:r>
              <a:rPr sz="1600"/>
              <a:t>Cyclin A/B (21), JAK2 (48), KRAS (45), MCL-1 (57), PCSK9 (63)</a:t>
            </a:r>
          </a:p>
          <a:p>
            <a:pPr lvl="1"/>
            <a:r>
              <a:rPr sz="1600"/>
              <a:t>234 compounds with measured ΔG, 8 receptor crystal forms</a:t>
            </a:r>
          </a:p>
          <a:p>
            <a:pPr/>
          </a:p>
          <a:p>
            <a:pPr/>
            <a:r>
              <a:rPr sz="1900" b="1">
                <a:solidFill>
                  <a:srgbClr val="002A5C"/>
                </a:solidFill>
              </a:rPr>
              <a:t>Their FEP+ predictions are our ceiling</a:t>
            </a:r>
          </a:p>
          <a:p>
            <a:pPr lvl="1"/>
            <a:r>
              <a:rPr sz="1600"/>
              <a:t>Same compounds, published alongside the affinities — so we get a like-for-like comparator for free.</a:t>
            </a:r>
          </a:p>
          <a:p>
            <a:pPr/>
          </a:p>
          <a:p>
            <a:pPr/>
            <a:r>
              <a:rPr sz="1900" b="1">
                <a:solidFill>
                  <a:srgbClr val="002A5C"/>
                </a:solidFill>
              </a:rPr>
              <a:t>One exclusion</a:t>
            </a:r>
          </a:p>
          <a:p>
            <a:pPr lvl="1"/>
            <a:r>
              <a:rPr sz="1600"/>
              <a:t>MCL_1__cpd_55 carried an unrelieved clash (VDW +277,293 kcal/mol) and passed the pipeline's own status check. Screening on VDW &gt; 0 is now mandatory.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Validated on 234 macrocycles from Awoonor-Williams et al.</a:t>
            </a:r>
          </a:p>
        </p:txBody>
      </p:sp>
      <p:pic>
        <p:nvPicPr>
          <p:cNvPr id="4" name="Picture 3" descr="zha25_fepplus_parity_5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43000"/>
            <a:ext cx="6583680" cy="40756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768" y="64190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5E6873"/>
                </a:solidFill>
                <a:latin typeface="Arial"/>
              </a:rPr>
              <a:t>Awoonor-Williams E, Beautrait A, Petridis L, Hu X. Derisking Affinity Optimization for Macrocycles and Cyclic Peptides. J Chem Inf Model 2026;66(14):8545. PMID 42396675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768" y="1051560"/>
            <a:ext cx="6858000" cy="4937760"/>
          </a:xfrm>
        </p:spPr>
        <p:txBody>
          <a:bodyPr wrap="square"/>
          <a:lstStyle/>
          <a:p>
            <a:pPr/>
            <a:r>
              <a:rPr sz="2000" b="1">
                <a:solidFill>
                  <a:srgbClr val="002A5C"/>
                </a:solidFill>
              </a:rPr>
              <a:t>Pooling compounds from different receptor structures inflates the result</a:t>
            </a:r>
          </a:p>
          <a:p>
            <a:pPr lvl="1"/>
            <a:r>
              <a:rPr sz="1600"/>
              <a:t>KRAS is the clean case: its 45 compounds span two crystal forms, 7YUZ and 8JJS</a:t>
            </a:r>
          </a:p>
          <a:p>
            <a:pPr/>
          </a:p>
          <a:p>
            <a:pPr/>
            <a:r>
              <a:rPr sz="2000" b="1">
                <a:solidFill>
                  <a:srgbClr val="002A5C"/>
                </a:solidFill>
              </a:rPr>
              <a:t>MM/PBSA Spearman ρ on KRAS</a:t>
            </a:r>
          </a:p>
          <a:p>
            <a:pPr lvl="1"/>
            <a:r>
              <a:rPr sz="1600"/>
              <a:t>within 7YUZ (n=17)  −0.307      within 8JJS (n=28)  +0.046</a:t>
            </a:r>
          </a:p>
          <a:p>
            <a:pPr lvl="1"/>
            <a:r>
              <a:rPr sz="1600" b="1"/>
              <a:t>macro over forms  −0.130      pooled over both  +0.225</a:t>
            </a:r>
          </a:p>
          <a:p>
            <a:pPr/>
          </a:p>
          <a:p>
            <a:pPr/>
            <a:r>
              <a:rPr sz="1800"/>
              <a:t>The score is offset −3.05 kcal/mol between the forms, in the same direction as a −1.15 kcal/mol offset in the measured labels.</a:t>
            </a:r>
          </a:p>
          <a:p>
            <a:pPr/>
            <a:r>
              <a:rPr sz="1900" b="1">
                <a:solidFill>
                  <a:srgbClr val="B51F58"/>
                </a:solidFill>
              </a:rPr>
              <a:t>So the pooled value is credit for separating two groups, not for ranking inside either.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average decides what the answer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017520"/>
            <a:ext cx="2194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E6873"/>
                </a:solidFill>
                <a:latin typeface="Arial"/>
              </a:rPr>
              <a:t>+0.225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E6873"/>
                </a:solidFill>
                <a:latin typeface="Arial"/>
              </a:rPr>
              <a:t>KRAS pooled across its two crystal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3017520"/>
            <a:ext cx="2194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51F58"/>
                </a:solidFill>
                <a:latin typeface="Arial"/>
              </a:rPr>
              <a:t>−0.130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E6873"/>
                </a:solidFill>
                <a:latin typeface="Arial"/>
              </a:rPr>
              <a:t>KRAS averaged within each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64190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5E6873"/>
                </a:solidFill>
                <a:latin typeface="Arial"/>
              </a:rPr>
              <a:t>FEP+ is far less affected on the same split: +0.679 macro against +0.786 pooled, as expected of a method whose signal is not a group offset.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768" y="1024128"/>
            <a:ext cx="11247120" cy="3200400"/>
          </a:xfrm>
        </p:spPr>
        <p:txBody>
          <a:bodyPr wrap="square"/>
          <a:lstStyle/>
          <a:p>
            <a:pPr/>
            <a:r>
              <a:rPr sz="2000" b="1">
                <a:solidFill>
                  <a:srgbClr val="002A5C"/>
                </a:solidFill>
              </a:rPr>
              <a:t>Macro Spearman ρ on the same 234 compounds</a:t>
            </a:r>
          </a:p>
          <a:p>
            <a:pPr lvl="1"/>
            <a:r>
              <a:rPr sz="1700"/>
              <a:t>Published FEP+   0.831 pooled in-family  ·  0.805 within receptor</a:t>
            </a:r>
          </a:p>
          <a:p>
            <a:pPr lvl="1"/>
            <a:r>
              <a:rPr sz="1700"/>
              <a:t>Zha25 MM/PBSA   0.545  ·  0.459</a:t>
            </a:r>
          </a:p>
          <a:p>
            <a:pPr lvl="1"/>
            <a:r>
              <a:rPr sz="1700" b="1"/>
              <a:t>Heavy-atom count   0.488  ·  0.613</a:t>
            </a:r>
          </a:p>
          <a:p>
            <a:pPr/>
          </a:p>
          <a:p>
            <a:pPr/>
            <a:r>
              <a:rPr sz="1700"/>
              <a:t>MM/PBSA minus size = −0.164, 95% CI [−0.299, −0.026], cluster bootstrap over 8 receptor groups. Partialling out size, four of five targets collapse to CIs including zero — only PCSK9 keeps skill (0.606 [0.413, 0.758]), the most polar interface.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Conditioned on receptor, it loses to a heavy-atom count</a:t>
            </a:r>
          </a:p>
        </p:txBody>
      </p:sp>
      <p:pic>
        <p:nvPicPr>
          <p:cNvPr id="4" name="Picture 3" descr="zha25_replic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611880"/>
            <a:ext cx="8473108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768" y="64190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5E6873"/>
                </a:solidFill>
                <a:latin typeface="Arial"/>
              </a:rPr>
              <a:t>Any reviewer will run this control. The paper cannot claim a predictive affinity oracle while it stands.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768" y="1051560"/>
            <a:ext cx="5120640" cy="4937760"/>
          </a:xfrm>
        </p:spPr>
        <p:txBody>
          <a:bodyPr wrap="square"/>
          <a:lstStyle/>
          <a:p>
            <a:pPr/>
            <a:r>
              <a:rPr sz="1900" b="1">
                <a:solidFill>
                  <a:srgbClr val="002A5C"/>
                </a:solidFill>
              </a:rPr>
              <a:t>Panel A, four held-out designs</a:t>
            </a:r>
          </a:p>
          <a:p>
            <a:pPr lvl="1"/>
            <a:r>
              <a:rPr sz="1600"/>
              <a:t>Public target held out: 0.22 [−0.13, +0.56] — the heavy-atom baseline (0.33) beats it</a:t>
            </a:r>
          </a:p>
          <a:p>
            <a:pPr lvl="1"/>
            <a:r>
              <a:rPr sz="1600"/>
              <a:t>Modified target held out: 0.40 [+0.16, +0.59] vs 0.33</a:t>
            </a:r>
          </a:p>
          <a:p>
            <a:pPr lvl="1"/>
            <a:r>
              <a:rPr sz="1600"/>
              <a:t>Modified target + chemistry: 0.39 [+0.19, +0.57] vs 0.29</a:t>
            </a:r>
          </a:p>
          <a:p>
            <a:pPr lvl="1"/>
            <a:r>
              <a:rPr sz="1600"/>
              <a:t>Canonical → modified: 0.11 [−0.17, +0.38] vs 0.33</a:t>
            </a:r>
          </a:p>
          <a:p>
            <a:pPr/>
          </a:p>
          <a:p>
            <a:pPr/>
            <a:r>
              <a:rPr sz="1900" b="1">
                <a:solidFill>
                  <a:srgbClr val="B51F58"/>
                </a:solidFill>
              </a:rPr>
              <a:t>So the held-out number is roughly half the headline</a:t>
            </a:r>
          </a:p>
          <a:p>
            <a:pPr lvl="1"/>
            <a:r>
              <a:rPr sz="1600"/>
              <a:t>0.22–0.40, not 0.55 — and the wide CIs come from having only a handful of targets to hold out.</a:t>
            </a:r>
          </a:p>
          <a:p>
            <a:pPr lvl="1"/>
            <a:r>
              <a:rPr sz="1600"/>
              <a:t>Panel B: it works on KD (0.48), weakens on Ki (0.29), inverts on IC50 (−0.30).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Hold-one-protein-out is already measured: ρ 0.22–0.40</a:t>
            </a:r>
          </a:p>
        </p:txBody>
      </p:sp>
      <p:pic>
        <p:nvPicPr>
          <p:cNvPr id="4" name="Picture 3" descr="target_held_out_to_12ca5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97280"/>
            <a:ext cx="586248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768" y="64190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5E6873"/>
                </a:solidFill>
                <a:latin typeface="Arial"/>
              </a:rPr>
              <a:t>grand_results/target_held_out_to_12ca5_transfer.png · macro within-target Spearman, learned model with CI (blue) against the heavy-atom baseline (grey).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768" y="1051560"/>
            <a:ext cx="11247120" cy="4937760"/>
          </a:xfrm>
        </p:spPr>
        <p:txBody>
          <a:bodyPr wrap="square"/>
          <a:lstStyle/>
          <a:p>
            <a:pPr/>
            <a:r>
              <a:rPr sz="1900" b="1">
                <a:solidFill>
                  <a:srgbClr val="002A5C"/>
                </a:solidFill>
              </a:rPr>
              <a:t>12CA5 anti-HA antibody, 17 peptidomimetics, BLI: 7 binders (0.21–77 nM) and 10 non-binders</a:t>
            </a:r>
          </a:p>
          <a:p>
            <a:pPr lvl="1"/>
            <a:r>
              <a:rPr sz="1600"/>
              <a:t>Sealed before prediction. Max training-target similarity 0.081 — genuinely out of domain.</a:t>
            </a:r>
          </a:p>
          <a:p>
            <a:pPr/>
          </a:p>
          <a:p>
            <a:pPr/>
            <a:r>
              <a:rPr sz="1900" b="1">
                <a:solidFill>
                  <a:srgbClr val="B51F58"/>
                </a:solidFill>
              </a:rPr>
              <a:t>Every zero-shot method landed on the wrong side of random</a:t>
            </a:r>
          </a:p>
          <a:p>
            <a:pPr lvl="1"/>
            <a:r>
              <a:rPr sz="1600"/>
              <a:t>Heavy atoms ρ = −0.750 on the binders (benchmark: +0.49 to +0.61). The size prior does not weaken — it inverts.</a:t>
            </a:r>
          </a:p>
          <a:p>
            <a:pPr lvl="1"/>
            <a:r>
              <a:rPr sz="1600"/>
              <a:t>Locked model ρ = −0.306; binder AUC 0.20; the 0.21 nM leader ranked 16 of 17; top-5 overlap zero for every method.</a:t>
            </a:r>
          </a:p>
          <a:p>
            <a:pPr lvl="1"/>
            <a:r>
              <a:rPr sz="1600"/>
              <a:t>MM/PBSA could not even score it: 3 of 17 clashed out (VDW &gt; 0), one had no score, and pose quality explained the rest (ρ = −0.891 against clash count).</a:t>
            </a:r>
          </a:p>
          <a:p>
            <a:pPr/>
          </a:p>
          <a:p>
            <a:pPr/>
            <a:r>
              <a:rPr sz="1900" b="1">
                <a:solidFill>
                  <a:srgbClr val="002A5C"/>
                </a:solidFill>
              </a:rPr>
              <a:t>The known D-Y-A epitope motif classifies the same panel at 88% (Fisher p = 0.0037).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 on a sixth protein never used in development, it reversed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4190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5E6873"/>
                </a:solidFill>
                <a:latin typeface="Arial"/>
              </a:rPr>
              <a:t>A one-line rule from decades-old epitope mapping beats every physics and ML arm we ran.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9768" y="1051560"/>
            <a:ext cx="11247120" cy="5120640"/>
          </a:xfrm>
        </p:spPr>
        <p:txBody>
          <a:bodyPr wrap="square"/>
          <a:lstStyle/>
          <a:p>
            <a:pPr/>
            <a:r>
              <a:rPr sz="2000" b="1">
                <a:solidFill>
                  <a:srgbClr val="002A5C"/>
                </a:solidFill>
              </a:rPr>
              <a:t>The defensible paper is a methods paper, not an oracle paper</a:t>
            </a:r>
          </a:p>
          <a:p>
            <a:pPr lvl="1"/>
            <a:r>
              <a:rPr sz="1600"/>
              <a:t>“End-point MM/PBSA on macrocyclic peptides does not beat a heavy-atom count once conditioned on receptor, and its apparent performance depends on the estimator.” That is well-evidenced, useful, and ours.</a:t>
            </a:r>
          </a:p>
          <a:p>
            <a:pPr/>
          </a:p>
          <a:p>
            <a:pPr/>
            <a:r>
              <a:rPr sz="2000" b="1">
                <a:solidFill>
                  <a:srgbClr val="002A5C"/>
                </a:solidFill>
              </a:rPr>
              <a:t>Draw the retrospective line at the Awoonor-Williams cohort</a:t>
            </a:r>
          </a:p>
          <a:p>
            <a:pPr lvl="1"/>
            <a:r>
              <a:rPr sz="1600"/>
              <a:t>234 compounds, 5 targets, one citable source, published FEP+ as ceiling. Adding the in-house KRAS / IL23R / Rosetta material brings heterogeneous provenance and far more development exposure for no gain in strength.</a:t>
            </a:r>
          </a:p>
          <a:p>
            <a:pPr/>
          </a:p>
          <a:p>
            <a:pPr/>
            <a:r>
              <a:rPr sz="2000" b="1">
                <a:solidFill>
                  <a:srgbClr val="B51F58"/>
                </a:solidFill>
              </a:rPr>
              <a:t>Hold-one-protein-out is necessary but will overestimate — and we can prove it</a:t>
            </a:r>
          </a:p>
          <a:p>
            <a:pPr lvl="1"/>
            <a:r>
              <a:rPr sz="1600"/>
              <a:t>The five targets are congeneric series against folded pockets from one industrial campaign; they resemble each other more than a new target. Held-out gives 0.22–0.40, 12CA5 gives negative. That contrast is the paper's most valuable figure.</a:t>
            </a:r>
          </a:p>
          <a:p>
            <a:pPr/>
          </a:p>
          <a:p>
            <a:pPr/>
            <a:r>
              <a:rPr sz="2000" b="1">
                <a:solidFill>
                  <a:srgbClr val="002A5C"/>
                </a:solidFill>
              </a:rPr>
              <a:t>LptA: run it for the programme, do not gate the paper on it.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think we publish, and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41908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5E6873"/>
                </a:solidFill>
                <a:latin typeface="Arial"/>
              </a:rPr>
              <a:t>Open question for discussion: is the claim narrow enough that we can submit without new wet-lab data, and do we want 12CA5 as the headline or as a limitation?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DFP Brand colour">
      <a:dk1>
        <a:srgbClr val="002A5C"/>
      </a:dk1>
      <a:lt1>
        <a:sysClr val="window" lastClr="FFFFFF"/>
      </a:lt1>
      <a:dk2>
        <a:srgbClr val="44546A"/>
      </a:dk2>
      <a:lt2>
        <a:srgbClr val="E7E6E6"/>
      </a:lt2>
      <a:accent1>
        <a:srgbClr val="78BE20"/>
      </a:accent1>
      <a:accent2>
        <a:srgbClr val="00B050"/>
      </a:accent2>
      <a:accent3>
        <a:srgbClr val="002A5C"/>
      </a:accent3>
      <a:accent4>
        <a:srgbClr val="00B2A9"/>
      </a:accent4>
      <a:accent5>
        <a:srgbClr val="4472C4"/>
      </a:accent5>
      <a:accent6>
        <a:srgbClr val="70AD47"/>
      </a:accent6>
      <a:hlink>
        <a:srgbClr val="0563C1"/>
      </a:hlink>
      <a:folHlink>
        <a:srgbClr val="008BB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5EECE78E59AB449193DF187AA8E2D2" ma:contentTypeVersion="3" ma:contentTypeDescription="Create a new document." ma:contentTypeScope="" ma:versionID="182b50ef5a46a30a732807a91fc6aa19">
  <xsd:schema xmlns:xsd="http://www.w3.org/2001/XMLSchema" xmlns:xs="http://www.w3.org/2001/XMLSchema" xmlns:p="http://schemas.microsoft.com/office/2006/metadata/properties" xmlns:ns2="1b207e35-3816-4eba-8ae9-2ca686c301f7" targetNamespace="http://schemas.microsoft.com/office/2006/metadata/properties" ma:root="true" ma:fieldsID="5cc384e310b66937c8409774eb8311a7" ns2:_="">
    <xsd:import namespace="1b207e35-3816-4eba-8ae9-2ca686c301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207e35-3816-4eba-8ae9-2ca686c301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36B5C9-4E17-4BAE-B171-43BB22C44A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3666C8-BEF0-4072-A870-D3A0730E8051}">
  <ds:schemaRefs>
    <ds:schemaRef ds:uri="http://schemas.microsoft.com/office/2006/documentManagement/types"/>
    <ds:schemaRef ds:uri="http://purl.org/dc/elements/1.1/"/>
    <ds:schemaRef ds:uri="http://www.w3.org/XML/1998/namespace"/>
    <ds:schemaRef ds:uri="5dcfa311-b81b-45fe-8968-9b8b66afe6f7"/>
    <ds:schemaRef ds:uri="http://purl.org/dc/dcmitype/"/>
    <ds:schemaRef ds:uri="http://schemas.openxmlformats.org/package/2006/metadata/core-properties"/>
    <ds:schemaRef ds:uri="2ed4c592-d080-4c25-8d42-09ce09efd8ec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F0973BC-2896-475D-A5B3-316D145F548A}"/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27198</TotalTime>
  <Words>480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Title</vt:lpstr>
      <vt:lpstr>AI / Machine Learning in Drug Discovery</vt:lpstr>
      <vt:lpstr>Enabling active learning for lorem ipsum</vt:lpstr>
      <vt:lpstr>Outline (helpful for viewer’s context throughout)</vt:lpstr>
      <vt:lpstr>Outline (Use the outline; gray out everything but upcoming topic)</vt:lpstr>
      <vt:lpstr>Slide title: must be a summary statement of slide content;  it is likely the only thing your audience reads</vt:lpstr>
      <vt:lpstr>Outline (Use the outline; gray out everything but upcoming topic)</vt:lpstr>
      <vt:lpstr>Slide title: must be the key summary or result of the slide;  it is likely the only thing your audience reads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Brown</dc:creator>
  <cp:lastModifiedBy>Joseph Brown</cp:lastModifiedBy>
  <cp:revision>90</cp:revision>
  <dcterms:created xsi:type="dcterms:W3CDTF">2020-05-04T13:46:42Z</dcterms:created>
  <dcterms:modified xsi:type="dcterms:W3CDTF">2026-06-12T17:00:41Z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0x010100BD5EECE78E59AB449193DF187AA8E2D2</vt:lpwstr>
  </property>
  <property fmtid="{D5CDD505-2E9C-101B-9397-08002B2CF9AE}" pid="3" name="MediaServiceImageTags">
    <vt:lpwstr/>
  </property>
</Properties>
</file>